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11E7-314F-D2D3-1544-E2424AE6C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45E14-94A8-9C57-32DE-6E018F8CA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16800-9868-1130-A715-AED3B6F4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0D85-DAD9-5549-72D6-AB69CADC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FDC38-CEA1-66AC-E339-654B29E5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6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6B9F-C084-BD71-05A6-41B7611C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C3C8-CBB8-1733-5C37-72D19C61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3EA7-E2A1-E411-64E4-0FAD4A39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6599-4874-5E58-673A-170EA3B5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EF94-EA1C-BAF6-10BF-E27DC830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9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B8E3-FE33-5BD2-1DB1-6126F57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07808-B6A8-2C97-C8DC-C95B68171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DCCE-C350-41AC-33A6-C1260E0F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69B9-137A-2022-0BC1-318009E7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1BFB0-E5D6-BF2D-FB8B-14DE882A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7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533A-C4E5-7EA0-3482-7477ECE4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F1D7-F36C-E5BC-AE89-74F594BBF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ED3E4-BABD-6341-0FCA-F8253A7AE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49692-FB16-99AB-EA7D-9B783F8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B820B-5BF4-FA75-2CFF-F6E93C81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A45F1-0302-C2DC-812D-ED2BA1BF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0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9063-2496-0AD5-95E4-F50E46FC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ACD2B-372A-3443-BC25-AF2C67B29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FC670-C8A8-3B14-B37E-092A7E1F2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B5171-900A-29AD-F381-B627FA202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ACA4D-79F9-C0FD-F9B0-19869A8E8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D3053-CC23-EA5E-9F25-048673E2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EB309-DD09-B23A-6C86-60366926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1840D-480E-A94A-FD95-AFA77442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2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7891-B2F6-701D-DDE6-EE77C52A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114-B3F6-29AA-C757-3160D707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45B5B-B95E-6797-31AB-90C589DA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BDA99-C6D6-DAD3-3807-FB0C59A9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A7591-42C7-E6E5-8B90-A19BCD63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B6988-ABA5-BF09-E107-B35F7233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17FD1-AF78-4791-0C68-19750BD6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7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7114-EF6A-F8C0-C322-6D9E6CEB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2A9D-1E0A-F5BD-A9DC-5370BE824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06883-C29D-7F4A-2D13-D7FB688A0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84A7B-B38F-F3A9-871A-1AE64ABF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40723-7D8C-6511-283E-5796926A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86B48-4CA5-75FA-BC6D-CC3A5E68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5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42E3-C702-2784-0E69-299DDDE9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51F40-7507-5855-22C3-485FDCFB9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23F9A-4926-DE31-0B57-D4F7C2570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1DCDE-F15C-0E3D-0F07-0DDBC8E2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C7975-BA67-5342-193A-0616545F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79297-8456-7244-9C2A-40EC071F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6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10E7-F054-CF0C-007D-EF8F6544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784BB-66B4-E106-003E-7C23B3589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B22EE-99D0-9BBD-C320-467C78EF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441AD-754B-EC2F-58B6-128F2614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FBD08-FBBC-3310-4143-738766D4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5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53C87-87BD-508D-00AD-E92F6E04A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F5426-ECDB-D354-4EB4-FEC6D9EA7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9B6C-5B71-8AF7-0D16-70F3971C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ECB35-9076-C3E0-D89D-B4B7A5DC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10874-7E97-CBA1-961F-91A2B8B0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5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95AB6-8059-960B-DD23-ED225B27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DF056-0E0F-4EA9-963B-37A0FCE2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E922-7BE1-B720-5EA5-F80FC5EF3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4752A-5539-C19F-7FD1-4553EF105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C5B35-05BC-5ABE-91C8-C0B0B4489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4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OPENING PROOF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Catalog Snapshot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81050" y="1695450"/>
            <a:ext cx="1733550" cy="1104900"/>
          </a:xfrm>
          <a:prstGeom prst="roundRect">
            <a:avLst/>
          </a:prstGeom>
          <a:solidFill>
            <a:srgbClr val="20382D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60" name="Shape 60"/>
          <p:cNvSpPr/>
          <p:nvPr/>
        </p:nvSpPr>
        <p:spPr>
          <a:xfrm>
            <a:off x="87630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600" b="1">
                <a:solidFill>
                  <a:srgbClr val="58C98B"/>
                </a:solidFill>
                <a:latin typeface="Aptos"/>
              </a:rPr>
              <a:t>954</a:t>
            </a:r>
            <a:endParaRPr lang="en-US" sz="3600"/>
          </a:p>
        </p:txBody>
      </p:sp>
      <p:sp>
        <p:nvSpPr>
          <p:cNvPr id="80" name="Shape 80"/>
          <p:cNvSpPr/>
          <p:nvPr/>
        </p:nvSpPr>
        <p:spPr>
          <a:xfrm>
            <a:off x="89535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Total symbols</a:t>
            </a:r>
            <a:endParaRPr lang="en-US" sz="1300"/>
          </a:p>
        </p:txBody>
      </p:sp>
      <p:sp>
        <p:nvSpPr>
          <p:cNvPr id="41" name="Shape 41"/>
          <p:cNvSpPr/>
          <p:nvPr/>
        </p:nvSpPr>
        <p:spPr>
          <a:xfrm>
            <a:off x="297180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1" name="Shape 61"/>
          <p:cNvSpPr/>
          <p:nvPr/>
        </p:nvSpPr>
        <p:spPr>
          <a:xfrm>
            <a:off x="306705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511</a:t>
            </a:r>
            <a:endParaRPr lang="en-US" sz="3100"/>
          </a:p>
        </p:txBody>
      </p:sp>
      <p:sp>
        <p:nvSpPr>
          <p:cNvPr id="81" name="Shape 81"/>
          <p:cNvSpPr/>
          <p:nvPr/>
        </p:nvSpPr>
        <p:spPr>
          <a:xfrm>
            <a:off x="308610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Force point</a:t>
            </a:r>
            <a:endParaRPr lang="en-US" sz="1300"/>
          </a:p>
        </p:txBody>
      </p:sp>
      <p:sp>
        <p:nvSpPr>
          <p:cNvPr id="42" name="Shape 42"/>
          <p:cNvSpPr/>
          <p:nvPr/>
        </p:nvSpPr>
        <p:spPr>
          <a:xfrm>
            <a:off x="516255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2" name="Shape 62"/>
          <p:cNvSpPr/>
          <p:nvPr/>
        </p:nvSpPr>
        <p:spPr>
          <a:xfrm>
            <a:off x="525780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325</a:t>
            </a:r>
            <a:endParaRPr lang="en-US" sz="3100"/>
          </a:p>
        </p:txBody>
      </p:sp>
      <p:sp>
        <p:nvSpPr>
          <p:cNvPr id="82" name="Shape 82"/>
          <p:cNvSpPr/>
          <p:nvPr/>
        </p:nvSpPr>
        <p:spPr>
          <a:xfrm>
            <a:off x="527685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Tactical point</a:t>
            </a:r>
            <a:endParaRPr lang="en-US" sz="1300"/>
          </a:p>
        </p:txBody>
      </p:sp>
      <p:sp>
        <p:nvSpPr>
          <p:cNvPr id="43" name="Shape 43"/>
          <p:cNvSpPr/>
          <p:nvPr/>
        </p:nvSpPr>
        <p:spPr>
          <a:xfrm>
            <a:off x="735330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3" name="Shape 63"/>
          <p:cNvSpPr/>
          <p:nvPr/>
        </p:nvSpPr>
        <p:spPr>
          <a:xfrm>
            <a:off x="744855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62</a:t>
            </a:r>
            <a:endParaRPr lang="en-US" sz="3100"/>
          </a:p>
        </p:txBody>
      </p:sp>
      <p:sp>
        <p:nvSpPr>
          <p:cNvPr id="83" name="Shape 83"/>
          <p:cNvSpPr/>
          <p:nvPr/>
        </p:nvSpPr>
        <p:spPr>
          <a:xfrm>
            <a:off x="746760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Area</a:t>
            </a:r>
            <a:endParaRPr lang="en-US" sz="1300"/>
          </a:p>
        </p:txBody>
      </p:sp>
      <p:sp>
        <p:nvSpPr>
          <p:cNvPr id="44" name="Shape 44"/>
          <p:cNvSpPr/>
          <p:nvPr/>
        </p:nvSpPr>
        <p:spPr>
          <a:xfrm>
            <a:off x="954405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4" name="Shape 64"/>
          <p:cNvSpPr/>
          <p:nvPr/>
        </p:nvSpPr>
        <p:spPr>
          <a:xfrm>
            <a:off x="963930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56</a:t>
            </a:r>
            <a:endParaRPr lang="en-US" sz="3100"/>
          </a:p>
        </p:txBody>
      </p:sp>
      <p:sp>
        <p:nvSpPr>
          <p:cNvPr id="84" name="Shape 84"/>
          <p:cNvSpPr/>
          <p:nvPr/>
        </p:nvSpPr>
        <p:spPr>
          <a:xfrm>
            <a:off x="965835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Line</a:t>
            </a:r>
            <a:endParaRPr lang="en-US" sz="1300"/>
          </a:p>
        </p:txBody>
      </p:sp>
      <p:sp>
        <p:nvSpPr>
          <p:cNvPr id="90" name="Shape 90"/>
          <p:cNvSpPr/>
          <p:nvPr/>
        </p:nvSpPr>
        <p:spPr>
          <a:xfrm>
            <a:off x="971550" y="3695700"/>
            <a:ext cx="9810750" cy="1371600"/>
          </a:xfrm>
          <a:prstGeom prst="roundRect">
            <a:avLst/>
          </a:prstGeom>
          <a:solidFill>
            <a:srgbClr val="151D21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91" name="Shape 91"/>
          <p:cNvSpPr/>
          <p:nvPr/>
        </p:nvSpPr>
        <p:spPr>
          <a:xfrm>
            <a:off x="1295400" y="4000500"/>
            <a:ext cx="42862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400" b="1">
                <a:solidFill>
                  <a:srgbClr val="F4F7F4"/>
                </a:solidFill>
                <a:latin typeface="Aptos"/>
              </a:rPr>
              <a:t>What this proves</a:t>
            </a:r>
            <a:endParaRPr lang="en-US" sz="2400"/>
          </a:p>
        </p:txBody>
      </p:sp>
      <p:sp>
        <p:nvSpPr>
          <p:cNvPr id="92" name="Shape 92"/>
          <p:cNvSpPr/>
          <p:nvPr/>
        </p:nvSpPr>
        <p:spPr>
          <a:xfrm>
            <a:off x="1295400" y="4514850"/>
            <a:ext cx="87630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800">
                <a:solidFill>
                  <a:srgbClr val="A8B7B1"/>
                </a:solidFill>
                <a:latin typeface="Aptos"/>
              </a:rPr>
              <a:t>PAMS8 is not a single-symbol demo. It is a broad tactical drawing and planning library with force symbols, tactical points, areas, lines, and analysis workflows operating across both 2D and 3D map views.</a:t>
            </a:r>
            <a:endParaRPr lang="en-US" sz="1800"/>
          </a:p>
        </p:txBody>
      </p:sp>
      <p:sp>
        <p:nvSpPr>
          <p:cNvPr id="93" name="Shape 93">
            <a:hlinkClick r:id="rId2" action="ppaction://hlinksldjump"/>
          </p:cNvPr>
          <p:cNvSpPr/>
          <p:nvPr/>
        </p:nvSpPr>
        <p:spPr>
          <a:xfrm>
            <a:off x="8991600" y="6096000"/>
            <a:ext cx="180975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Open Index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2026-06-03T11:01:19Z</dcterms:created>
  <dcterms:modified xsi:type="dcterms:W3CDTF">2026-06-03T11:01:19Z</dcterms:modified>
</cp:coreProperties>
</file>