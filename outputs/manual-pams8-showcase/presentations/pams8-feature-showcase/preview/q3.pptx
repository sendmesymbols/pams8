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" Target="slide1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slide" Target="slide1.xml"/><Relationship Id="rId16" Type="http://schemas.openxmlformats.org/officeDocument/2006/relationships/slide" Target="slide1.xml"/><Relationship Id="rId17" Type="http://schemas.openxmlformats.org/officeDocument/2006/relationships/slide" Target="slide1.xml"/><Relationship Id="rId18" Type="http://schemas.openxmlformats.org/officeDocument/2006/relationships/slide" Target="slide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slide" Target="slide1.xml"/><Relationship Id="rId22" Type="http://schemas.openxmlformats.org/officeDocument/2006/relationships/slide" Target="slide1.xml"/><Relationship Id="rId23" Type="http://schemas.openxmlformats.org/officeDocument/2006/relationships/slide" Target="slide1.xml"/><Relationship Id="rId24" Type="http://schemas.openxmlformats.org/officeDocument/2006/relationships/slide" Target="slide1.xml"/><Relationship Id="rId25" Type="http://schemas.openxmlformats.org/officeDocument/2006/relationships/slide" Target="slide1.xml"/><Relationship Id="rId26" Type="http://schemas.openxmlformats.org/officeDocument/2006/relationships/slide" Target="slide1.xml"/><Relationship Id="rId27" Type="http://schemas.openxmlformats.org/officeDocument/2006/relationships/slide" Target="slide1.xml"/><Relationship Id="rId28" Type="http://schemas.openxmlformats.org/officeDocument/2006/relationships/slide" Target="slide1.xml"/><Relationship Id="rId29" Type="http://schemas.openxmlformats.org/officeDocument/2006/relationships/slide" Target="slide1.xml"/><Relationship Id="rId30" Type="http://schemas.openxmlformats.org/officeDocument/2006/relationships/slide" Target="slide1.xml"/><Relationship Id="rId31" Type="http://schemas.openxmlformats.org/officeDocument/2006/relationships/slide" Target="slide1.xml"/><Relationship Id="rId32" Type="http://schemas.openxmlformats.org/officeDocument/2006/relationships/slide" Target="slide1.xml"/><Relationship Id="rId33" Type="http://schemas.openxmlformats.org/officeDocument/2006/relationships/slide" Target="slide1.xml"/><Relationship Id="rId34" Type="http://schemas.openxmlformats.org/officeDocument/2006/relationships/slide" Target="slide1.xml"/><Relationship Id="rId35" Type="http://schemas.openxmlformats.org/officeDocument/2006/relationships/slide" Target="slide1.xml"/><Relationship Id="rId36" Type="http://schemas.openxmlformats.org/officeDocument/2006/relationships/slide" Target="slide1.xml"/><Relationship Id="rId37" Type="http://schemas.openxmlformats.org/officeDocument/2006/relationships/slide" Target="slide1.xml"/><Relationship Id="rId38" Type="http://schemas.openxmlformats.org/officeDocument/2006/relationships/slide" Target="slide1.xml"/><Relationship Id="rId39" Type="http://schemas.openxmlformats.org/officeDocument/2006/relationships/slide" Target="slide1.xml"/><Relationship Id="rId40" Type="http://schemas.openxmlformats.org/officeDocument/2006/relationships/slide" Target="slide1.xml"/><Relationship Id="rId41" Type="http://schemas.openxmlformats.org/officeDocument/2006/relationships/slide" Target="slide1.xml"/><Relationship Id="rId42" Type="http://schemas.openxmlformats.org/officeDocument/2006/relationships/slide" Target="slide1.xml"/><Relationship Id="rId43" Type="http://schemas.openxmlformats.org/officeDocument/2006/relationships/slide" Target="slide1.xml"/><Relationship Id="rId44" Type="http://schemas.openxmlformats.org/officeDocument/2006/relationships/slide" Target="slide1.xml"/><Relationship Id="rId45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NAVIGATION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Clickable Index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30" name="Shape 30"/>
          <p:cNvSpPr/>
          <p:nvPr/>
        </p:nvSpPr>
        <p:spPr>
          <a:xfrm>
            <a:off x="685800" y="12001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Click any item to jump to the feature intro slide. Use Back to Index on each slide to return here.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7810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58C98B"/>
                </a:solidFill>
                <a:latin typeface="Aptos"/>
              </a:rPr>
              <a:t>Core Features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59626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EF9F27"/>
                </a:solidFill>
                <a:latin typeface="Aptos"/>
              </a:rPr>
              <a:t>Engines</a:t>
            </a:r>
            <a:endParaRPr lang="en-US" sz="1800"/>
          </a:p>
        </p:txBody>
      </p:sp>
      <p:sp>
        <p:nvSpPr>
          <p:cNvPr id="100" name="Shape 100">
            <a:hlinkClick r:id="rId2" action="ppaction://hlinksldjump"/>
          </p:cNvPr>
          <p:cNvSpPr/>
          <p:nvPr/>
        </p:nvSpPr>
        <p:spPr>
          <a:xfrm>
            <a:off x="781050" y="1943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1150"/>
          </a:p>
        </p:txBody>
      </p:sp>
      <p:sp>
        <p:nvSpPr>
          <p:cNvPr id="101" name="Shape 101">
            <a:hlinkClick r:id="rId3" action="ppaction://hlinksldjump"/>
          </p:cNvPr>
          <p:cNvSpPr/>
          <p:nvPr/>
        </p:nvSpPr>
        <p:spPr>
          <a:xfrm>
            <a:off x="781050" y="2286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1150"/>
          </a:p>
        </p:txBody>
      </p:sp>
      <p:sp>
        <p:nvSpPr>
          <p:cNvPr id="102" name="Shape 102">
            <a:hlinkClick r:id="rId4" action="ppaction://hlinksldjump"/>
          </p:cNvPr>
          <p:cNvSpPr/>
          <p:nvPr/>
        </p:nvSpPr>
        <p:spPr>
          <a:xfrm>
            <a:off x="781050" y="2628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Edit</a:t>
            </a:r>
            <a:endParaRPr lang="en-US" sz="1150"/>
          </a:p>
        </p:txBody>
      </p:sp>
      <p:sp>
        <p:nvSpPr>
          <p:cNvPr id="103" name="Shape 103">
            <a:hlinkClick r:id="rId5" action="ppaction://hlinksldjump"/>
          </p:cNvPr>
          <p:cNvSpPr/>
          <p:nvPr/>
        </p:nvSpPr>
        <p:spPr>
          <a:xfrm>
            <a:off x="781050" y="2971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1150"/>
          </a:p>
        </p:txBody>
      </p:sp>
      <p:sp>
        <p:nvSpPr>
          <p:cNvPr id="104" name="Shape 104">
            <a:hlinkClick r:id="rId6" action="ppaction://hlinksldjump"/>
          </p:cNvPr>
          <p:cNvSpPr/>
          <p:nvPr/>
        </p:nvSpPr>
        <p:spPr>
          <a:xfrm>
            <a:off x="781050" y="3314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Selection</a:t>
            </a:r>
            <a:endParaRPr lang="en-US" sz="1150"/>
          </a:p>
        </p:txBody>
      </p:sp>
      <p:sp>
        <p:nvSpPr>
          <p:cNvPr id="105" name="Shape 105">
            <a:hlinkClick r:id="rId7" action="ppaction://hlinksldjump"/>
          </p:cNvPr>
          <p:cNvSpPr/>
          <p:nvPr/>
        </p:nvSpPr>
        <p:spPr>
          <a:xfrm>
            <a:off x="781050" y="36576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1150"/>
          </a:p>
        </p:txBody>
      </p:sp>
      <p:sp>
        <p:nvSpPr>
          <p:cNvPr id="106" name="Shape 106">
            <a:hlinkClick r:id="rId8" action="ppaction://hlinksldjump"/>
          </p:cNvPr>
          <p:cNvSpPr/>
          <p:nvPr/>
        </p:nvSpPr>
        <p:spPr>
          <a:xfrm>
            <a:off x="781050" y="40005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1150"/>
          </a:p>
        </p:txBody>
      </p:sp>
      <p:sp>
        <p:nvSpPr>
          <p:cNvPr id="107" name="Shape 107">
            <a:hlinkClick r:id="rId9" action="ppaction://hlinksldjump"/>
          </p:cNvPr>
          <p:cNvSpPr/>
          <p:nvPr/>
        </p:nvSpPr>
        <p:spPr>
          <a:xfrm>
            <a:off x="781050" y="43434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1150"/>
          </a:p>
        </p:txBody>
      </p:sp>
      <p:sp>
        <p:nvSpPr>
          <p:cNvPr id="108" name="Shape 108">
            <a:hlinkClick r:id="rId10" action="ppaction://hlinksldjump"/>
          </p:cNvPr>
          <p:cNvSpPr/>
          <p:nvPr/>
        </p:nvSpPr>
        <p:spPr>
          <a:xfrm>
            <a:off x="781050" y="46863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1150"/>
          </a:p>
        </p:txBody>
      </p:sp>
      <p:sp>
        <p:nvSpPr>
          <p:cNvPr id="109" name="Shape 109">
            <a:hlinkClick r:id="rId11" action="ppaction://hlinksldjump"/>
          </p:cNvPr>
          <p:cNvSpPr/>
          <p:nvPr/>
        </p:nvSpPr>
        <p:spPr>
          <a:xfrm>
            <a:off x="781050" y="50292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1150"/>
          </a:p>
        </p:txBody>
      </p:sp>
      <p:sp>
        <p:nvSpPr>
          <p:cNvPr id="110" name="Shape 110">
            <a:hlinkClick r:id="rId12" action="ppaction://hlinksldjump"/>
          </p:cNvPr>
          <p:cNvSpPr/>
          <p:nvPr/>
        </p:nvSpPr>
        <p:spPr>
          <a:xfrm>
            <a:off x="781050" y="5372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1150"/>
          </a:p>
        </p:txBody>
      </p:sp>
      <p:sp>
        <p:nvSpPr>
          <p:cNvPr id="111" name="Shape 111">
            <a:hlinkClick r:id="rId13" action="ppaction://hlinksldjump"/>
          </p:cNvPr>
          <p:cNvSpPr/>
          <p:nvPr/>
        </p:nvSpPr>
        <p:spPr>
          <a:xfrm>
            <a:off x="781050" y="5715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1150"/>
          </a:p>
        </p:txBody>
      </p:sp>
      <p:sp>
        <p:nvSpPr>
          <p:cNvPr id="112" name="Shape 112">
            <a:hlinkClick r:id="rId14" action="ppaction://hlinksldjump"/>
          </p:cNvPr>
          <p:cNvSpPr/>
          <p:nvPr/>
        </p:nvSpPr>
        <p:spPr>
          <a:xfrm>
            <a:off x="781050" y="6057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MGRS</a:t>
            </a:r>
            <a:endParaRPr lang="en-US" sz="1150"/>
          </a:p>
        </p:txBody>
      </p:sp>
      <p:sp>
        <p:nvSpPr>
          <p:cNvPr id="113" name="Shape 113">
            <a:hlinkClick r:id="rId15" action="ppaction://hlinksldjump"/>
          </p:cNvPr>
          <p:cNvSpPr/>
          <p:nvPr/>
        </p:nvSpPr>
        <p:spPr>
          <a:xfrm>
            <a:off x="781050" y="6400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1150"/>
          </a:p>
        </p:txBody>
      </p:sp>
      <p:sp>
        <p:nvSpPr>
          <p:cNvPr id="114" name="Shape 114">
            <a:hlinkClick r:id="rId16" action="ppaction://hlinksldjump"/>
          </p:cNvPr>
          <p:cNvSpPr/>
          <p:nvPr/>
        </p:nvSpPr>
        <p:spPr>
          <a:xfrm>
            <a:off x="781050" y="6743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1150"/>
          </a:p>
        </p:txBody>
      </p:sp>
      <p:sp>
        <p:nvSpPr>
          <p:cNvPr id="150" name="Shape 150">
            <a:hlinkClick r:id="rId17" action="ppaction://hlinksldjump"/>
          </p:cNvPr>
          <p:cNvSpPr/>
          <p:nvPr/>
        </p:nvSpPr>
        <p:spPr>
          <a:xfrm>
            <a:off x="596265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970"/>
          </a:p>
        </p:txBody>
      </p:sp>
      <p:sp>
        <p:nvSpPr>
          <p:cNvPr id="151" name="Shape 151">
            <a:hlinkClick r:id="rId18" action="ppaction://hlinksldjump"/>
          </p:cNvPr>
          <p:cNvSpPr/>
          <p:nvPr/>
        </p:nvSpPr>
        <p:spPr>
          <a:xfrm>
            <a:off x="596265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970"/>
          </a:p>
        </p:txBody>
      </p:sp>
      <p:sp>
        <p:nvSpPr>
          <p:cNvPr id="152" name="Shape 152">
            <a:hlinkClick r:id="rId19" action="ppaction://hlinksldjump"/>
          </p:cNvPr>
          <p:cNvSpPr/>
          <p:nvPr/>
        </p:nvSpPr>
        <p:spPr>
          <a:xfrm>
            <a:off x="596265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970"/>
          </a:p>
        </p:txBody>
      </p:sp>
      <p:sp>
        <p:nvSpPr>
          <p:cNvPr id="153" name="Shape 153">
            <a:hlinkClick r:id="rId20" action="ppaction://hlinksldjump"/>
          </p:cNvPr>
          <p:cNvSpPr/>
          <p:nvPr/>
        </p:nvSpPr>
        <p:spPr>
          <a:xfrm>
            <a:off x="596265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970"/>
          </a:p>
        </p:txBody>
      </p:sp>
      <p:sp>
        <p:nvSpPr>
          <p:cNvPr id="154" name="Shape 154">
            <a:hlinkClick r:id="rId21" action="ppaction://hlinksldjump"/>
          </p:cNvPr>
          <p:cNvSpPr/>
          <p:nvPr/>
        </p:nvSpPr>
        <p:spPr>
          <a:xfrm>
            <a:off x="596265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970"/>
          </a:p>
        </p:txBody>
      </p:sp>
      <p:sp>
        <p:nvSpPr>
          <p:cNvPr id="155" name="Shape 155">
            <a:hlinkClick r:id="rId22" action="ppaction://hlinksldjump"/>
          </p:cNvPr>
          <p:cNvSpPr/>
          <p:nvPr/>
        </p:nvSpPr>
        <p:spPr>
          <a:xfrm>
            <a:off x="596265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970"/>
          </a:p>
        </p:txBody>
      </p:sp>
      <p:sp>
        <p:nvSpPr>
          <p:cNvPr id="156" name="Shape 156">
            <a:hlinkClick r:id="rId23" action="ppaction://hlinksldjump"/>
          </p:cNvPr>
          <p:cNvSpPr/>
          <p:nvPr/>
        </p:nvSpPr>
        <p:spPr>
          <a:xfrm>
            <a:off x="596265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970"/>
          </a:p>
        </p:txBody>
      </p:sp>
      <p:sp>
        <p:nvSpPr>
          <p:cNvPr id="157" name="Shape 157">
            <a:hlinkClick r:id="rId24" action="ppaction://hlinksldjump"/>
          </p:cNvPr>
          <p:cNvSpPr/>
          <p:nvPr/>
        </p:nvSpPr>
        <p:spPr>
          <a:xfrm>
            <a:off x="596265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970"/>
          </a:p>
        </p:txBody>
      </p:sp>
      <p:sp>
        <p:nvSpPr>
          <p:cNvPr id="158" name="Shape 158">
            <a:hlinkClick r:id="rId25" action="ppaction://hlinksldjump"/>
          </p:cNvPr>
          <p:cNvSpPr/>
          <p:nvPr/>
        </p:nvSpPr>
        <p:spPr>
          <a:xfrm>
            <a:off x="596265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970"/>
          </a:p>
        </p:txBody>
      </p:sp>
      <p:sp>
        <p:nvSpPr>
          <p:cNvPr id="159" name="Shape 159">
            <a:hlinkClick r:id="rId26" action="ppaction://hlinksldjump"/>
          </p:cNvPr>
          <p:cNvSpPr/>
          <p:nvPr/>
        </p:nvSpPr>
        <p:spPr>
          <a:xfrm>
            <a:off x="596265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970"/>
          </a:p>
        </p:txBody>
      </p:sp>
      <p:sp>
        <p:nvSpPr>
          <p:cNvPr id="160" name="Shape 160">
            <a:hlinkClick r:id="rId27" action="ppaction://hlinksldjump"/>
          </p:cNvPr>
          <p:cNvSpPr/>
          <p:nvPr/>
        </p:nvSpPr>
        <p:spPr>
          <a:xfrm>
            <a:off x="596265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970"/>
          </a:p>
        </p:txBody>
      </p:sp>
      <p:sp>
        <p:nvSpPr>
          <p:cNvPr id="161" name="Shape 161">
            <a:hlinkClick r:id="rId28" action="ppaction://hlinksldjump"/>
          </p:cNvPr>
          <p:cNvSpPr/>
          <p:nvPr/>
        </p:nvSpPr>
        <p:spPr>
          <a:xfrm>
            <a:off x="596265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970"/>
          </a:p>
        </p:txBody>
      </p:sp>
      <p:sp>
        <p:nvSpPr>
          <p:cNvPr id="162" name="Shape 162">
            <a:hlinkClick r:id="rId29" action="ppaction://hlinksldjump"/>
          </p:cNvPr>
          <p:cNvSpPr/>
          <p:nvPr/>
        </p:nvSpPr>
        <p:spPr>
          <a:xfrm>
            <a:off x="596265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970"/>
          </a:p>
        </p:txBody>
      </p:sp>
      <p:sp>
        <p:nvSpPr>
          <p:cNvPr id="163" name="Shape 163">
            <a:hlinkClick r:id="rId30" action="ppaction://hlinksldjump"/>
          </p:cNvPr>
          <p:cNvSpPr/>
          <p:nvPr/>
        </p:nvSpPr>
        <p:spPr>
          <a:xfrm>
            <a:off x="596265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970"/>
          </a:p>
        </p:txBody>
      </p:sp>
      <p:sp>
        <p:nvSpPr>
          <p:cNvPr id="164" name="Shape 164">
            <a:hlinkClick r:id="rId31" action="ppaction://hlinksldjump"/>
          </p:cNvPr>
          <p:cNvSpPr/>
          <p:nvPr/>
        </p:nvSpPr>
        <p:spPr>
          <a:xfrm>
            <a:off x="5962650" y="6743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970"/>
          </a:p>
        </p:txBody>
      </p:sp>
      <p:sp>
        <p:nvSpPr>
          <p:cNvPr id="165" name="Shape 165">
            <a:hlinkClick r:id="rId32" action="ppaction://hlinksldjump"/>
          </p:cNvPr>
          <p:cNvSpPr/>
          <p:nvPr/>
        </p:nvSpPr>
        <p:spPr>
          <a:xfrm>
            <a:off x="857250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970"/>
          </a:p>
        </p:txBody>
      </p:sp>
      <p:sp>
        <p:nvSpPr>
          <p:cNvPr id="166" name="Shape 166">
            <a:hlinkClick r:id="rId33" action="ppaction://hlinksldjump"/>
          </p:cNvPr>
          <p:cNvSpPr/>
          <p:nvPr/>
        </p:nvSpPr>
        <p:spPr>
          <a:xfrm>
            <a:off x="857250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OCOKA</a:t>
            </a:r>
            <a:endParaRPr lang="en-US" sz="970"/>
          </a:p>
        </p:txBody>
      </p:sp>
      <p:sp>
        <p:nvSpPr>
          <p:cNvPr id="167" name="Shape 167">
            <a:hlinkClick r:id="rId34" action="ppaction://hlinksldjump"/>
          </p:cNvPr>
          <p:cNvSpPr/>
          <p:nvPr/>
        </p:nvSpPr>
        <p:spPr>
          <a:xfrm>
            <a:off x="857250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970"/>
          </a:p>
        </p:txBody>
      </p:sp>
      <p:sp>
        <p:nvSpPr>
          <p:cNvPr id="168" name="Shape 168">
            <a:hlinkClick r:id="rId35" action="ppaction://hlinksldjump"/>
          </p:cNvPr>
          <p:cNvSpPr/>
          <p:nvPr/>
        </p:nvSpPr>
        <p:spPr>
          <a:xfrm>
            <a:off x="857250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970"/>
          </a:p>
        </p:txBody>
      </p:sp>
      <p:sp>
        <p:nvSpPr>
          <p:cNvPr id="169" name="Shape 169">
            <a:hlinkClick r:id="rId36" action="ppaction://hlinksldjump"/>
          </p:cNvPr>
          <p:cNvSpPr/>
          <p:nvPr/>
        </p:nvSpPr>
        <p:spPr>
          <a:xfrm>
            <a:off x="857250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970"/>
          </a:p>
        </p:txBody>
      </p:sp>
      <p:sp>
        <p:nvSpPr>
          <p:cNvPr id="170" name="Shape 170">
            <a:hlinkClick r:id="rId37" action="ppaction://hlinksldjump"/>
          </p:cNvPr>
          <p:cNvSpPr/>
          <p:nvPr/>
        </p:nvSpPr>
        <p:spPr>
          <a:xfrm>
            <a:off x="857250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970"/>
          </a:p>
        </p:txBody>
      </p:sp>
      <p:sp>
        <p:nvSpPr>
          <p:cNvPr id="171" name="Shape 171">
            <a:hlinkClick r:id="rId38" action="ppaction://hlinksldjump"/>
          </p:cNvPr>
          <p:cNvSpPr/>
          <p:nvPr/>
        </p:nvSpPr>
        <p:spPr>
          <a:xfrm>
            <a:off x="857250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970"/>
          </a:p>
        </p:txBody>
      </p:sp>
      <p:sp>
        <p:nvSpPr>
          <p:cNvPr id="172" name="Shape 172">
            <a:hlinkClick r:id="rId39" action="ppaction://hlinksldjump"/>
          </p:cNvPr>
          <p:cNvSpPr/>
          <p:nvPr/>
        </p:nvSpPr>
        <p:spPr>
          <a:xfrm>
            <a:off x="857250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970"/>
          </a:p>
        </p:txBody>
      </p:sp>
      <p:sp>
        <p:nvSpPr>
          <p:cNvPr id="173" name="Shape 173">
            <a:hlinkClick r:id="rId40" action="ppaction://hlinksldjump"/>
          </p:cNvPr>
          <p:cNvSpPr/>
          <p:nvPr/>
        </p:nvSpPr>
        <p:spPr>
          <a:xfrm>
            <a:off x="857250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LOSEngine</a:t>
            </a:r>
            <a:endParaRPr lang="en-US" sz="970"/>
          </a:p>
        </p:txBody>
      </p:sp>
      <p:sp>
        <p:nvSpPr>
          <p:cNvPr id="174" name="Shape 174">
            <a:hlinkClick r:id="rId41" action="ppaction://hlinksldjump"/>
          </p:cNvPr>
          <p:cNvSpPr/>
          <p:nvPr/>
        </p:nvSpPr>
        <p:spPr>
          <a:xfrm>
            <a:off x="857250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970"/>
          </a:p>
        </p:txBody>
      </p:sp>
      <p:sp>
        <p:nvSpPr>
          <p:cNvPr id="175" name="Shape 175">
            <a:hlinkClick r:id="rId42" action="ppaction://hlinksldjump"/>
          </p:cNvPr>
          <p:cNvSpPr/>
          <p:nvPr/>
        </p:nvSpPr>
        <p:spPr>
          <a:xfrm>
            <a:off x="857250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970"/>
          </a:p>
        </p:txBody>
      </p:sp>
      <p:sp>
        <p:nvSpPr>
          <p:cNvPr id="176" name="Shape 176">
            <a:hlinkClick r:id="rId43" action="ppaction://hlinksldjump"/>
          </p:cNvPr>
          <p:cNvSpPr/>
          <p:nvPr/>
        </p:nvSpPr>
        <p:spPr>
          <a:xfrm>
            <a:off x="857250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970"/>
          </a:p>
        </p:txBody>
      </p:sp>
      <p:sp>
        <p:nvSpPr>
          <p:cNvPr id="177" name="Shape 177">
            <a:hlinkClick r:id="rId44" action="ppaction://hlinksldjump"/>
          </p:cNvPr>
          <p:cNvSpPr/>
          <p:nvPr/>
        </p:nvSpPr>
        <p:spPr>
          <a:xfrm>
            <a:off x="857250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970"/>
          </a:p>
        </p:txBody>
      </p:sp>
      <p:sp>
        <p:nvSpPr>
          <p:cNvPr id="178" name="Shape 178">
            <a:hlinkClick r:id="rId45" action="ppaction://hlinksldjump"/>
          </p:cNvPr>
          <p:cNvSpPr/>
          <p:nvPr/>
        </p:nvSpPr>
        <p:spPr>
          <a:xfrm>
            <a:off x="857250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97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