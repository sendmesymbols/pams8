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23900" y="1009650"/>
            <a:ext cx="76200" cy="23241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028700" y="106680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4800" b="1">
                <a:solidFill>
                  <a:srgbClr val="F4F7F4"/>
                </a:solidFill>
                <a:latin typeface="Aptos"/>
              </a:rPr>
              <a:t>Engines</a:t>
            </a:r>
            <a:endParaRPr lang="en-US" sz="4800"/>
          </a:p>
        </p:txBody>
      </p:sp>
      <p:sp>
        <p:nvSpPr>
          <p:cNvPr id="22" name="Shape 22"/>
          <p:cNvSpPr/>
          <p:nvPr/>
        </p:nvSpPr>
        <p:spPr>
          <a:xfrm>
            <a:off x="1066800" y="20383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The implementation modules behind the showcase features.</a:t>
            </a:r>
            <a:endParaRPr lang="en-US" sz="2200"/>
          </a:p>
        </p:txBody>
      </p:sp>
      <p:sp>
        <p:nvSpPr>
          <p:cNvPr id="23" name="Shape 23"/>
          <p:cNvSpPr/>
          <p:nvPr/>
        </p:nvSpPr>
        <p:spPr>
          <a:xfrm>
            <a:off x="1028700" y="3467100"/>
            <a:ext cx="4000500" cy="6858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700" b="1">
                <a:solidFill>
                  <a:srgbClr val="F4F7F4"/>
                </a:solidFill>
                <a:latin typeface="Aptos"/>
              </a:rPr>
              <a:t>Use the index to jump directly to any topic.</a:t>
            </a:r>
            <a:endParaRPr lang="en-US" sz="1700"/>
          </a:p>
        </p:txBody>
      </p:sp>
      <p:sp>
        <p:nvSpPr>
          <p:cNvPr id="24" name="Shape 24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