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Visualization / Declutter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Force overlays, clustering, label placement, leader lines, marker dispersal, priority, and spatial indexing.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Declutter sub-engines reduce visual overload while preserving tactical priority.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Graphics, zoom, density, echelon, label placement settings.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Clusters, ladders, displaced markers, placed labels, leader lines.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Spatial indexing, priority resolution, clustering, marker dispersal, and label placement reduce dense tactical-map clutter.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