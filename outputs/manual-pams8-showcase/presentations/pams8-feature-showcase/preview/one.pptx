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/>
</p:presentation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666750" y="742950"/>
            <a:ext cx="76200" cy="9144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895350" y="6667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300" b="1">
                <a:solidFill>
                  <a:srgbClr val="58C98B"/>
                </a:solidFill>
                <a:latin typeface="Aptos"/>
              </a:rPr>
              <a:t>PAMS8 SHOWCASE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895350" y="1123950"/>
            <a:ext cx="7620000" cy="1123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3600" b="1">
                <a:solidFill>
                  <a:srgbClr val="F4F7F4"/>
                </a:solidFill>
                <a:latin typeface="Aptos"/>
              </a:rPr>
              <a:t>PAMS8: Military Standard 2525D Symbol Drawing Library</a:t>
            </a:r>
            <a:endParaRPr lang="en-US" sz="3600"/>
          </a:p>
        </p:txBody>
      </p:sp>
      <p:sp>
        <p:nvSpPr>
          <p:cNvPr id="23" name="Shape 23"/>
          <p:cNvSpPr/>
          <p:nvPr/>
        </p:nvSpPr>
        <p:spPr>
          <a:xfrm>
            <a:off x="914400" y="2495550"/>
            <a:ext cx="67627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Draw, edit, analyze, and manage tactical map symbols in 2D and 3D.</a:t>
            </a:r>
            <a:endParaRPr lang="en-US" sz="2200"/>
          </a:p>
        </p:txBody>
      </p:sp>
      <p:sp>
        <p:nvSpPr>
          <p:cNvPr id="24" name="Shape 24"/>
          <p:cNvSpPr/>
          <p:nvPr/>
        </p:nvSpPr>
        <p:spPr>
          <a:xfrm>
            <a:off x="838200" y="3848100"/>
            <a:ext cx="2381250" cy="1066800"/>
          </a:xfrm>
          <a:prstGeom prst="roundRect">
            <a:avLst/>
          </a:prstGeom>
          <a:solidFill>
            <a:srgbClr val="1B292F"/>
          </a:solidFill>
          <a:ln w="1778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047750" y="3981450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4200" b="1">
                <a:solidFill>
                  <a:srgbClr val="58C98B"/>
                </a:solidFill>
                <a:latin typeface="Aptos"/>
              </a:rPr>
              <a:t>954</a:t>
            </a:r>
            <a:endParaRPr lang="en-US" sz="4200"/>
          </a:p>
        </p:txBody>
      </p:sp>
      <p:sp>
        <p:nvSpPr>
          <p:cNvPr id="26" name="Shape 26"/>
          <p:cNvSpPr/>
          <p:nvPr/>
        </p:nvSpPr>
        <p:spPr>
          <a:xfrm>
            <a:off x="1047750" y="459105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 b="1">
                <a:solidFill>
                  <a:srgbClr val="F4F7F4"/>
                </a:solidFill>
                <a:latin typeface="Aptos"/>
              </a:rPr>
              <a:t>symbol definitions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7010400" y="781050"/>
            <a:ext cx="3771900" cy="4248150"/>
          </a:xfrm>
          <a:prstGeom prst="roundRect">
            <a:avLst/>
          </a:prstGeom>
          <a:solidFill>
            <a:srgbClr val="12191D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353300" y="121920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600" b="1">
                <a:solidFill>
                  <a:srgbClr val="F4F7F4"/>
                </a:solidFill>
                <a:latin typeface="Aptos"/>
              </a:rPr>
              <a:t>Native tactical drawing + analysis workflows</a:t>
            </a:r>
            <a:endParaRPr lang="en-US" sz="2600"/>
          </a:p>
        </p:txBody>
      </p:sp>
      <p:sp>
        <p:nvSpPr>
          <p:cNvPr id="29" name="Shape 29"/>
          <p:cNvSpPr/>
          <p:nvPr/>
        </p:nvSpPr>
        <p:spPr>
          <a:xfrm>
            <a:off x="7429500" y="2476500"/>
            <a:ext cx="2933700" cy="14287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2D / 3D view support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MIL-STD-2525D rendering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Editable symbols and plans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Terrain and route analysis</a:t>
            </a:r>
            <a:endParaRPr lang="en-US" sz="1600"/>
          </a:p>
        </p:txBody>
      </p:sp>
      <p:sp>
        <p:nvSpPr>
          <p:cNvPr id="30" name="Shape 30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MS8 Tactical">
  <a:themeElements>
    <a:clrScheme name="PAMS8">
      <a:dk1>
        <a:srgbClr val="111619"/>
      </a:dk1>
      <a:lt1>
        <a:srgbClr val="F4F7F4"/>
      </a:lt1>
      <a:dk2>
        <a:srgbClr val="182127"/>
      </a:dk2>
      <a:lt2>
        <a:srgbClr val="A8B7B1"/>
      </a:lt2>
      <a:accent1>
        <a:srgbClr val="58C98B"/>
      </a:accent1>
      <a:accent2>
        <a:srgbClr val="EF9F27"/>
      </a:accent2>
      <a:accent3>
        <a:srgbClr val="65A7FF"/>
      </a:accent3>
      <a:accent4>
        <a:srgbClr val="DC3C30"/>
      </a:accent4>
      <a:accent5>
        <a:srgbClr val="7A8C92"/>
      </a:accent5>
      <a:accent6>
        <a:srgbClr val="C7D1CC"/>
      </a:accent6>
      <a:hlink>
        <a:srgbClr val="58C98B"/>
      </a:hlink>
      <a:folHlink>
        <a:srgbClr val="EF9F27"/>
      </a:folHlink>
    </a:clrScheme>
    <a:fontScheme name="PAMS8">
      <a:majorFont>
        <a:latin typeface="Aptos Display"/>
      </a:majorFont>
      <a:minorFont>
        <a:latin typeface="Aptos"/>
      </a:minorFont>
    </a:fontScheme>
    <a:fmtScheme name="PAMS8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93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PAMS8 Feature Showcase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PAMS8 Feature Showcase</dc:title>
  <dc:creator>Codex</dc:creator>
  <cp:lastModifiedBy>Codex</cp:lastModifiedBy>
  <dcterms:created xsi:type="dcterms:W3CDTF">2026-06-03T00:00:00Z</dcterms:created>
  <dcterms:modified xsi:type="dcterms:W3CDTF">2026-06-03T00:00:00Z</dcterms:modified>
</cp:coreProperties>
</file>