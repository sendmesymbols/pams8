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11E7-314F-D2D3-1544-E2424AE6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5E14-94A8-9C57-32DE-6E018F8CA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6800-9868-1130-A715-AED3B6F4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0D85-DAD9-5549-72D6-AB69CADC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DC38-CEA1-66AC-E339-654B29E5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6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6B9F-C084-BD71-05A6-41B7611C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C3C8-CBB8-1733-5C37-72D19C61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3EA7-E2A1-E411-64E4-0FAD4A39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6599-4874-5E58-673A-170EA3B5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EF94-EA1C-BAF6-10BF-E27DC830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B8E3-FE33-5BD2-1DB1-6126F5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07808-B6A8-2C97-C8DC-C95B68171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DCCE-C350-41AC-33A6-C1260E0F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69B9-137A-2022-0BC1-318009E7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BFB0-E5D6-BF2D-FB8B-14DE882A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533A-C4E5-7EA0-3482-7477ECE4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F1D7-F36C-E5BC-AE89-74F594BBF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ED3E4-BABD-6341-0FCA-F8253A7A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9692-FB16-99AB-EA7D-9B783F8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B820B-5BF4-FA75-2CFF-F6E93C81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A45F1-0302-C2DC-812D-ED2BA1BF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0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9063-2496-0AD5-95E4-F50E46FC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ACD2B-372A-3443-BC25-AF2C67B29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FC670-C8A8-3B14-B37E-092A7E1F2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B5171-900A-29AD-F381-B627FA202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ACA4D-79F9-C0FD-F9B0-19869A8E8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D3053-CC23-EA5E-9F25-048673E2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EB309-DD09-B23A-6C86-60366926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1840D-480E-A94A-FD95-AFA77442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2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7891-B2F6-701D-DDE6-EE77C52A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114-B3F6-29AA-C757-3160D707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45B5B-B95E-6797-31AB-90C589DA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BDA99-C6D6-DAD3-3807-FB0C59A9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A7591-42C7-E6E5-8B90-A19BCD63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B6988-ABA5-BF09-E107-B35F7233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17FD1-AF78-4791-0C68-19750BD6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7114-EF6A-F8C0-C322-6D9E6CEB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2A9D-1E0A-F5BD-A9DC-5370BE824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06883-C29D-7F4A-2D13-D7FB688A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4A7B-B38F-F3A9-871A-1AE64ABF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40723-7D8C-6511-283E-5796926A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86B48-4CA5-75FA-BC6D-CC3A5E68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42E3-C702-2784-0E69-299DDDE9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51F40-7507-5855-22C3-485FDCFB9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23F9A-4926-DE31-0B57-D4F7C257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1DCDE-F15C-0E3D-0F07-0DDBC8E2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C7975-BA67-5342-193A-0616545F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79297-8456-7244-9C2A-40EC071F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10E7-F054-CF0C-007D-EF8F6544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784BB-66B4-E106-003E-7C23B3589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B22EE-99D0-9BBD-C320-467C78EF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441AD-754B-EC2F-58B6-128F2614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FBD08-FBBC-3310-4143-738766D4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5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53C87-87BD-508D-00AD-E92F6E04A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F5426-ECDB-D354-4EB4-FEC6D9EA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9B6C-5B71-8AF7-0D16-70F3971C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CB35-9076-C3E0-D89D-B4B7A5DC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0874-7E97-CBA1-961F-91A2B8B0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5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95AB6-8059-960B-DD23-ED225B27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DF056-0E0F-4EA9-963B-37A0FCE2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E922-7BE1-B720-5EA5-F80FC5EF3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4752A-5539-C19F-7FD1-4553EF105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C5B35-05BC-5ABE-91C8-C0B0B4489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4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Undo / Redo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Recover from changes and replay reverted operations.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Operations push labelled undo entries.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Pre-edit snapshots capture geometry and control points.</a:t>
            </a:r>
            <a:endParaRPr lang="en-US" sz="1450"/>
          </a:p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Clear-all drops stacks to release graphic references.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Add, edit, delete, paste, move, align, arrange operations.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Restored or replayed map state.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Stores labelled closures plus geometry/control-point snapshots. Redo stack clears whenever a new operation is pushed.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2026-06-03T11:01:19Z</dcterms:created>
  <dcterms:modified xsi:type="dcterms:W3CDTF">2026-06-03T11:01:19Z</dcterms:modified>
</cp:coreProperties>
</file>