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411E7-314F-D2D3-1544-E2424AE6C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545E14-94A8-9C57-32DE-6E018F8CA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16800-9868-1130-A715-AED3B6F4D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E0D85-DAD9-5549-72D6-AB69CADC7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FDC38-CEA1-66AC-E339-654B29E5B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664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66B9F-C084-BD71-05A6-41B7611CF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3C3C8-CBB8-1733-5C37-72D19C616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03EA7-E2A1-E411-64E4-0FAD4A39F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6599-4874-5E58-673A-170EA3B58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1EF94-EA1C-BAF6-10BF-E27DC830E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397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CB8E3-FE33-5BD2-1DB1-6126F570F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07808-B6A8-2C97-C8DC-C95B68171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BDCCE-C350-41AC-33A6-C1260E0F0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D69B9-137A-2022-0BC1-318009E7D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1BFB0-E5D6-BF2D-FB8B-14DE882A0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773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A533A-C4E5-7EA0-3482-7477ECE44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5F1D7-F36C-E5BC-AE89-74F594BBF6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CED3E4-BABD-6341-0FCA-F8253A7AE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949692-FB16-99AB-EA7D-9B783F8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2B820B-5BF4-FA75-2CFF-F6E93C811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A45F1-0302-C2DC-812D-ED2BA1BF2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908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69063-2496-0AD5-95E4-F50E46FC0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0ACD2B-372A-3443-BC25-AF2C67B29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DFC670-C8A8-3B14-B37E-092A7E1F2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BB5171-900A-29AD-F381-B627FA2028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ACA4D-79F9-C0FD-F9B0-19869A8E8F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6D3053-CC23-EA5E-9F25-048673E22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FEB309-DD09-B23A-6C86-603669263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41840D-480E-A94A-FD95-AFA77442F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825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47891-B2F6-701D-DDE6-EE77C52A2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114-B3F6-29AA-C757-3160D7077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45B5B-B95E-6797-31AB-90C589DA6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BBDA99-C6D6-DAD3-3807-FB0C59A92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519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EA7591-42C7-E6E5-8B90-A19BCD632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B6988-ABA5-BF09-E107-B35F7233D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17FD1-AF78-4791-0C68-19750BD66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176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E7114-EF6A-F8C0-C322-6D9E6CEBC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22A9D-1E0A-F5BD-A9DC-5370BE824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006883-C29D-7F4A-2D13-D7FB688A06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84A7B-B38F-F3A9-871A-1AE64ABF2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40723-7D8C-6511-283E-5796926A9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586B48-4CA5-75FA-BC6D-CC3A5E68D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956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342E3-C702-2784-0E69-299DDDE96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C51F40-7507-5855-22C3-485FDCFB9D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223F9A-4926-DE31-0B57-D4F7C2570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1DCDE-F15C-0E3D-0F07-0DDBC8E2A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C7975-BA67-5342-193A-0616545FF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079297-8456-7244-9C2A-40EC071F5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96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A10E7-F054-CF0C-007D-EF8F65449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C784BB-66B4-E106-003E-7C23B3589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B22EE-99D0-9BBD-C320-467C78EF1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441AD-754B-EC2F-58B6-128F26148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FBD08-FBBC-3310-4143-738766D48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255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953C87-87BD-508D-00AD-E92F6E04A3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9F5426-ECDB-D354-4EB4-FEC6D9EA7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59B6C-5B71-8AF7-0D16-70F3971CD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ECB35-9076-C3E0-D89D-B4B7A5DCA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10874-7E97-CBA1-961F-91A2B8B0B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157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595AB6-8059-960B-DD23-ED225B27A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4DF056-0E0F-4EA9-963B-37A0FCE23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FE922-7BE1-B720-5EA5-F80FC5EF3B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4752A-5539-C19F-7FD1-4553EF1053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C5B35-05BC-5ABE-91C8-C0B0B44894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442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723900" y="1009650"/>
            <a:ext cx="76200" cy="23241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1028700" y="1066800"/>
            <a:ext cx="8572500" cy="7429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4800" b="1">
                <a:solidFill>
                  <a:srgbClr val="F4F7F4"/>
                </a:solidFill>
                <a:latin typeface="Aptos"/>
              </a:rPr>
              <a:t>Core Features</a:t>
            </a:r>
            <a:endParaRPr lang="en-US" sz="4800"/>
          </a:p>
        </p:txBody>
      </p:sp>
      <p:sp>
        <p:nvSpPr>
          <p:cNvPr id="22" name="Shape 22"/>
          <p:cNvSpPr/>
          <p:nvPr/>
        </p:nvSpPr>
        <p:spPr>
          <a:xfrm>
            <a:off x="1066800" y="2038350"/>
            <a:ext cx="7620000" cy="6286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2200">
                <a:solidFill>
                  <a:srgbClr val="A8B7B1"/>
                </a:solidFill>
                <a:latin typeface="Aptos"/>
              </a:rPr>
              <a:t>Drawing, editing, selection, measurement, navigation, and plan exchange.</a:t>
            </a:r>
            <a:endParaRPr lang="en-US" sz="2200"/>
          </a:p>
        </p:txBody>
      </p:sp>
      <p:sp>
        <p:nvSpPr>
          <p:cNvPr id="23" name="Shape 23"/>
          <p:cNvSpPr/>
          <p:nvPr/>
        </p:nvSpPr>
        <p:spPr>
          <a:xfrm>
            <a:off x="1028700" y="3467100"/>
            <a:ext cx="4000500" cy="6858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700" b="1">
                <a:solidFill>
                  <a:srgbClr val="F4F7F4"/>
                </a:solidFill>
                <a:latin typeface="Aptos"/>
              </a:rPr>
              <a:t>Use the index to jump directly to any topic.</a:t>
            </a:r>
            <a:endParaRPr lang="en-US" sz="1700"/>
          </a:p>
        </p:txBody>
      </p:sp>
      <p:sp>
        <p:nvSpPr>
          <p:cNvPr id="24" name="Shape 24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2026-06-03T11:01:19Z</dcterms:created>
  <dcterms:modified xsi:type="dcterms:W3CDTF">2026-06-03T11:01:19Z</dcterms:modified>
</cp:coreProperties>
</file>