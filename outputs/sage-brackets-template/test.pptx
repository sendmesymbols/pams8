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3657600" cy="0"/>
          </a:xfrm>
          <a:prstGeom prst="line">
            <a:avLst/>
          </a:prstGeom>
          <a:ln w="1270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spc="500">
                <a:solidFill>
                  <a:srgbClr val="0F0F0F"/>
                </a:solidFill>
              </a:rP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