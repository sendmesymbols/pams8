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64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" userDrawn="1">
          <p15:clr>
            <a:srgbClr val="A4A3A4"/>
          </p15:clr>
        </p15:guide>
        <p15:guide id="2" pos="336" userDrawn="1">
          <p15:clr>
            <a:srgbClr val="A4A3A4"/>
          </p15:clr>
        </p15:guide>
        <p15:guide id="3" pos="7344" userDrawn="1">
          <p15:clr>
            <a:srgbClr val="A4A3A4"/>
          </p15:clr>
        </p15:guide>
        <p15:guide id="4" orient="horz" pos="3984" userDrawn="1">
          <p15:clr>
            <a:srgbClr val="A4A3A4"/>
          </p15:clr>
        </p15:guide>
        <p15:guide id="5" orient="horz" pos="9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712" autoAdjust="0"/>
  </p:normalViewPr>
  <p:slideViewPr>
    <p:cSldViewPr snapToGrid="0" showGuides="1">
      <p:cViewPr>
        <p:scale>
          <a:sx n="75" d="100"/>
          <a:sy n="75" d="100"/>
        </p:scale>
        <p:origin x="2034" y="720"/>
      </p:cViewPr>
      <p:guideLst>
        <p:guide orient="horz" pos="336"/>
        <p:guide pos="336"/>
        <p:guide pos="7344"/>
        <p:guide orient="horz" pos="3984"/>
        <p:guide orient="horz" pos="9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39493-A9D8-4C98-A0CD-72DDF82A2E41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4ABFC-3CE4-4748-ADBF-520AC63A0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4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4ABFC-3CE4-4748-ADBF-520AC63A00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95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34C29CE-F65B-9F60-64F9-DA5CA9D094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84799" y="1562100"/>
            <a:ext cx="3241325" cy="4762500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25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979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A33945D-6119-3589-CFD8-788D2D7D92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70038" y="2311400"/>
            <a:ext cx="836612" cy="828675"/>
          </a:xfrm>
          <a:prstGeom prst="rect">
            <a:avLst/>
          </a:prstGeom>
          <a:pattFill prst="pct90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868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F9A8AD6-CC6E-054A-AF40-3FBBCE5390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0700" y="4279900"/>
            <a:ext cx="3721100" cy="2044700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02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7598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EA1956F-38E0-01BA-3F39-72C205BAEA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334500" y="4356100"/>
            <a:ext cx="2311400" cy="2006600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997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40058F5-2411-D27A-0D24-9A6A5754AF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50400" y="3937000"/>
            <a:ext cx="2095500" cy="2374900"/>
          </a:xfrm>
          <a:prstGeom prst="rect">
            <a:avLst/>
          </a:prstGeom>
          <a:pattFill prst="pct90">
            <a:fgClr>
              <a:schemeClr val="tx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536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830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745178-6D1C-DB07-E0DD-3C091A4B7607}"/>
              </a:ext>
            </a:extLst>
          </p:cNvPr>
          <p:cNvSpPr/>
          <p:nvPr userDrawn="1"/>
        </p:nvSpPr>
        <p:spPr>
          <a:xfrm>
            <a:off x="9535886" y="1562101"/>
            <a:ext cx="2122714" cy="168909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C25194-B4C9-E716-63B9-A964D7B0C4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525000" y="1549400"/>
            <a:ext cx="2108200" cy="1701800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6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1006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5035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355937D-023C-36B9-926A-F1077D9F34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83150" y="3157538"/>
            <a:ext cx="2479184" cy="3205555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0366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1928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7972793-190C-843A-F2A2-A9CDD8CBE4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63050" y="1565275"/>
            <a:ext cx="2489200" cy="2063750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34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05D32C3-C2F7-95A1-B56B-60C54D1D73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53525" y="1565275"/>
            <a:ext cx="2506663" cy="2930525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37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65D69D1-4E80-9386-C92E-8B826485BD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6575" y="2347913"/>
            <a:ext cx="2225675" cy="1527175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79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0500D27-AAEF-60A2-F0A3-27AE8BB1B2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35588" y="1555750"/>
            <a:ext cx="2827337" cy="2470150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24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E596B96A-5CA1-D368-856F-F3F0EBA9F6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92450" y="3609975"/>
            <a:ext cx="2478088" cy="2714625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13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BD34E216-6788-CF48-3275-E3A5AD57D6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6575" y="4949825"/>
            <a:ext cx="1998663" cy="1374775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246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89513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86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0862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A8CA5C85-E957-0DF3-0B2D-FB18ACD2B3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32400" y="1555750"/>
            <a:ext cx="2468563" cy="1979613"/>
          </a:xfrm>
          <a:prstGeom prst="rect">
            <a:avLst/>
          </a:prstGeom>
          <a:pattFill prst="pct90">
            <a:fgClr>
              <a:schemeClr val="tx2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46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6480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085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58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Arc 1">
            <a:extLst>
              <a:ext uri="{FF2B5EF4-FFF2-40B4-BE49-F238E27FC236}">
                <a16:creationId xmlns:a16="http://schemas.microsoft.com/office/drawing/2014/main" id="{CFCD7008-5ACB-E7D4-F074-C6F2310C811D}"/>
              </a:ext>
            </a:extLst>
          </p:cNvPr>
          <p:cNvSpPr/>
          <p:nvPr/>
        </p:nvSpPr>
        <p:spPr>
          <a:xfrm>
            <a:off x="8990013" y="1562101"/>
            <a:ext cx="1054100" cy="1054100"/>
          </a:xfrm>
          <a:prstGeom prst="blockArc">
            <a:avLst>
              <a:gd name="adj1" fmla="val 14505947"/>
              <a:gd name="adj2" fmla="val 14490660"/>
              <a:gd name="adj3" fmla="val 161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A8109F-B587-3A9F-81DF-707A3D35EA4D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202D65-6CC4-3559-50A2-F9BF05A2F985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F53E9F-1304-3C42-DC4C-404C1EE1AF12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5F90FDC-835A-73B7-0A84-CD7E54584D93}"/>
              </a:ext>
            </a:extLst>
          </p:cNvPr>
          <p:cNvSpPr txBox="1"/>
          <p:nvPr/>
        </p:nvSpPr>
        <p:spPr>
          <a:xfrm>
            <a:off x="10900412" y="612118"/>
            <a:ext cx="5962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058197-C6FA-9534-AC0A-65F5C4F0B5E3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F7DBB51-C186-84CF-A1C9-287E0D772D90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4A75FF-BD42-7693-ED42-59822E019D57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300241A-9EA7-FF16-DF22-92CE185D8339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DB44625-C6A7-CA49-DA7C-7BD3D2690442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312046-B618-EA1D-5AAC-3036A8F3D6C6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E51E92-0F21-D44A-F85D-DB6F75AE52D7}"/>
              </a:ext>
            </a:extLst>
          </p:cNvPr>
          <p:cNvSpPr txBox="1"/>
          <p:nvPr/>
        </p:nvSpPr>
        <p:spPr>
          <a:xfrm>
            <a:off x="433386" y="3681441"/>
            <a:ext cx="19311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Changing The World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799FB1F-0CEF-2D31-04F0-2672FF5083C6}"/>
              </a:ext>
            </a:extLst>
          </p:cNvPr>
          <p:cNvGrpSpPr/>
          <p:nvPr/>
        </p:nvGrpSpPr>
        <p:grpSpPr>
          <a:xfrm>
            <a:off x="2257662" y="3784711"/>
            <a:ext cx="224393" cy="131890"/>
            <a:chOff x="2257662" y="3805349"/>
            <a:chExt cx="224393" cy="131890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EE1378F-96E9-71EE-68AB-072FC68DF101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873A73C-3131-977F-E192-3451C6CE66DF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0F159F6-50D6-DDC6-9315-69CBE6137A21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32E7ACEC-4573-76A1-1609-4071CED01013}"/>
              </a:ext>
            </a:extLst>
          </p:cNvPr>
          <p:cNvSpPr txBox="1"/>
          <p:nvPr/>
        </p:nvSpPr>
        <p:spPr>
          <a:xfrm>
            <a:off x="419099" y="5056624"/>
            <a:ext cx="40481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An Introduction to how AI </a:t>
            </a:r>
          </a:p>
          <a:p>
            <a:r>
              <a:rPr lang="en-US" sz="2400" dirty="0"/>
              <a:t>Is Changing the World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46ABE8-28E5-B532-D7E2-CFF866D1327D}"/>
              </a:ext>
            </a:extLst>
          </p:cNvPr>
          <p:cNvSpPr txBox="1"/>
          <p:nvPr/>
        </p:nvSpPr>
        <p:spPr>
          <a:xfrm>
            <a:off x="426720" y="5940566"/>
            <a:ext cx="2145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effectLst/>
                <a:latin typeface="Karla" panose="020B0004030503030003" pitchFamily="34" charset="0"/>
              </a:rPr>
              <a:t>Lorem ipsum dolor </a:t>
            </a:r>
          </a:p>
          <a:p>
            <a:r>
              <a:rPr lang="en-US" sz="1200" b="0" i="0" dirty="0">
                <a:effectLst/>
                <a:latin typeface="Karla" panose="020B0004030503030003" pitchFamily="34" charset="0"/>
              </a:rPr>
              <a:t>sit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amet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,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consectetuer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.</a:t>
            </a:r>
            <a:endParaRPr lang="en-US" sz="1200" dirty="0">
              <a:latin typeface="Karla" panose="020B00040305030300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EB2000-89C4-BD15-F621-2C6B859EBA19}"/>
              </a:ext>
            </a:extLst>
          </p:cNvPr>
          <p:cNvSpPr txBox="1"/>
          <p:nvPr/>
        </p:nvSpPr>
        <p:spPr>
          <a:xfrm>
            <a:off x="8915399" y="2833985"/>
            <a:ext cx="2981325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Karla" panose="020B0004030503030003" pitchFamily="34" charset="0"/>
              </a:rPr>
              <a:t>commodo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ligula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eget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dolor. Ae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Karla" panose="020B0004030503030003" pitchFamily="34" charset="0"/>
              </a:rPr>
              <a:t>massa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. Cum sociis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natoque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penaten</a:t>
            </a:r>
            <a:endParaRPr lang="en-US" sz="1200" b="0" i="0" dirty="0">
              <a:effectLst/>
              <a:latin typeface="Karla" panose="020B00040305030300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Karla" panose="020B0004030503030003" pitchFamily="34" charset="0"/>
              </a:rPr>
              <a:t>ibus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et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magnis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dis parturient.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378FDC6-8B7D-0A7B-7182-8527CE89118F}"/>
              </a:ext>
            </a:extLst>
          </p:cNvPr>
          <p:cNvCxnSpPr>
            <a:cxnSpLocks/>
          </p:cNvCxnSpPr>
          <p:nvPr/>
        </p:nvCxnSpPr>
        <p:spPr>
          <a:xfrm>
            <a:off x="8991600" y="5151501"/>
            <a:ext cx="2667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5747239-FAB4-CC68-E73B-C0907A2A1757}"/>
              </a:ext>
            </a:extLst>
          </p:cNvPr>
          <p:cNvCxnSpPr>
            <a:cxnSpLocks/>
          </p:cNvCxnSpPr>
          <p:nvPr/>
        </p:nvCxnSpPr>
        <p:spPr>
          <a:xfrm>
            <a:off x="8991600" y="5551872"/>
            <a:ext cx="26670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4AF2B10-03E2-227F-0308-F5F5B4B4AD1C}"/>
              </a:ext>
            </a:extLst>
          </p:cNvPr>
          <p:cNvCxnSpPr>
            <a:cxnSpLocks/>
          </p:cNvCxnSpPr>
          <p:nvPr/>
        </p:nvCxnSpPr>
        <p:spPr>
          <a:xfrm>
            <a:off x="8991600" y="5936047"/>
            <a:ext cx="2667000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A23F632-9D06-2040-CC5D-BD7E8A4ADD0C}"/>
              </a:ext>
            </a:extLst>
          </p:cNvPr>
          <p:cNvCxnSpPr>
            <a:cxnSpLocks/>
          </p:cNvCxnSpPr>
          <p:nvPr/>
        </p:nvCxnSpPr>
        <p:spPr>
          <a:xfrm>
            <a:off x="8991600" y="6318635"/>
            <a:ext cx="2667000" cy="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4546F8E-F191-AFAD-7513-2167E344CCE2}"/>
              </a:ext>
            </a:extLst>
          </p:cNvPr>
          <p:cNvSpPr txBox="1"/>
          <p:nvPr/>
        </p:nvSpPr>
        <p:spPr>
          <a:xfrm>
            <a:off x="8919052" y="5197278"/>
            <a:ext cx="440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01</a:t>
            </a:r>
            <a:endParaRPr lang="en-US" sz="12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A7C19E-48DC-FD7A-1AF3-575BDE1F79F7}"/>
              </a:ext>
            </a:extLst>
          </p:cNvPr>
          <p:cNvSpPr txBox="1"/>
          <p:nvPr/>
        </p:nvSpPr>
        <p:spPr>
          <a:xfrm>
            <a:off x="9167563" y="5205078"/>
            <a:ext cx="25354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 AI is changing the world today </a:t>
            </a:r>
            <a:endParaRPr lang="en-US" sz="1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FAECE84-E04D-CC0B-84C3-9C2292D38B6D}"/>
              </a:ext>
            </a:extLst>
          </p:cNvPr>
          <p:cNvSpPr txBox="1"/>
          <p:nvPr/>
        </p:nvSpPr>
        <p:spPr>
          <a:xfrm>
            <a:off x="9176294" y="5607033"/>
            <a:ext cx="1917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in the near future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F7E0758-CE78-0E28-789F-14615C09F610}"/>
              </a:ext>
            </a:extLst>
          </p:cNvPr>
          <p:cNvSpPr txBox="1"/>
          <p:nvPr/>
        </p:nvSpPr>
        <p:spPr>
          <a:xfrm>
            <a:off x="9176294" y="5980926"/>
            <a:ext cx="19171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AI Changed the World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985B32A-7AFE-A100-C9CE-A4B666D06D66}"/>
              </a:ext>
            </a:extLst>
          </p:cNvPr>
          <p:cNvSpPr txBox="1"/>
          <p:nvPr/>
        </p:nvSpPr>
        <p:spPr>
          <a:xfrm>
            <a:off x="8919052" y="5603678"/>
            <a:ext cx="440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02</a:t>
            </a:r>
            <a:endParaRPr lang="en-US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8C2AC04-ABDB-F4DD-FA99-D35AD46125FD}"/>
              </a:ext>
            </a:extLst>
          </p:cNvPr>
          <p:cNvSpPr txBox="1"/>
          <p:nvPr/>
        </p:nvSpPr>
        <p:spPr>
          <a:xfrm>
            <a:off x="8919052" y="5978328"/>
            <a:ext cx="440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03</a:t>
            </a:r>
            <a:endParaRPr lang="en-US" sz="1200" dirty="0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4416420-7AA5-BDF7-7694-8CCFF43628F3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56E9893-FBEE-3D76-E02B-2F739A22305B}"/>
              </a:ext>
            </a:extLst>
          </p:cNvPr>
          <p:cNvSpPr txBox="1"/>
          <p:nvPr/>
        </p:nvSpPr>
        <p:spPr>
          <a:xfrm>
            <a:off x="410516" y="1187450"/>
            <a:ext cx="6781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latin typeface="+mj-lt"/>
              </a:rPr>
              <a:t>Artificial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937330-E4C6-37EF-4622-BBA3114BA88D}"/>
              </a:ext>
            </a:extLst>
          </p:cNvPr>
          <p:cNvSpPr txBox="1"/>
          <p:nvPr/>
        </p:nvSpPr>
        <p:spPr>
          <a:xfrm>
            <a:off x="362528" y="2134226"/>
            <a:ext cx="61912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latin typeface="+mj-lt"/>
              </a:rPr>
              <a:t>Intelligence</a:t>
            </a:r>
            <a:endParaRPr lang="en-US" sz="8000" dirty="0"/>
          </a:p>
        </p:txBody>
      </p:sp>
      <p:sp>
        <p:nvSpPr>
          <p:cNvPr id="12" name="Block Arc 11">
            <a:extLst>
              <a:ext uri="{FF2B5EF4-FFF2-40B4-BE49-F238E27FC236}">
                <a16:creationId xmlns:a16="http://schemas.microsoft.com/office/drawing/2014/main" id="{386598CA-746A-EE85-CCE7-B953C3E332F7}"/>
              </a:ext>
            </a:extLst>
          </p:cNvPr>
          <p:cNvSpPr/>
          <p:nvPr/>
        </p:nvSpPr>
        <p:spPr>
          <a:xfrm>
            <a:off x="8991601" y="1562101"/>
            <a:ext cx="1054100" cy="1054100"/>
          </a:xfrm>
          <a:prstGeom prst="blockArc">
            <a:avLst>
              <a:gd name="adj1" fmla="val 14399846"/>
              <a:gd name="adj2" fmla="val 8119389"/>
              <a:gd name="adj3" fmla="val 1585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54EB33-110C-BEA5-D5C3-C91D64533F3A}"/>
              </a:ext>
            </a:extLst>
          </p:cNvPr>
          <p:cNvSpPr txBox="1"/>
          <p:nvPr/>
        </p:nvSpPr>
        <p:spPr>
          <a:xfrm>
            <a:off x="9215856" y="1885809"/>
            <a:ext cx="716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+mj-lt"/>
              </a:rPr>
              <a:t>76%</a:t>
            </a:r>
            <a:endParaRPr lang="en-US" sz="2000" dirty="0">
              <a:latin typeface="+mj-lt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56E2C-CCCF-C668-9A1D-1812347A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596164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BB1F760-AE7F-A699-E796-270052B741F6}"/>
              </a:ext>
            </a:extLst>
          </p:cNvPr>
          <p:cNvSpPr txBox="1"/>
          <p:nvPr/>
        </p:nvSpPr>
        <p:spPr>
          <a:xfrm>
            <a:off x="533400" y="1368361"/>
            <a:ext cx="40821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200" dirty="0">
                <a:latin typeface="+mj-lt"/>
              </a:rPr>
              <a:t>Table Of</a:t>
            </a:r>
            <a:endParaRPr lang="en-US" sz="7200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57AB87-5767-28D2-11BC-7FC7BED6A808}"/>
              </a:ext>
            </a:extLst>
          </p:cNvPr>
          <p:cNvSpPr txBox="1"/>
          <p:nvPr/>
        </p:nvSpPr>
        <p:spPr>
          <a:xfrm>
            <a:off x="1574574" y="2442872"/>
            <a:ext cx="39785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200" dirty="0">
                <a:latin typeface="+mj-lt"/>
              </a:rPr>
              <a:t>Content</a:t>
            </a:r>
            <a:endParaRPr lang="en-US" sz="72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42AFB6-BA9E-29D6-A97A-FAE615EE0C29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3AF950-C249-C5BD-BD61-7E87E3C8C52A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49C43A-7632-328A-FC35-17ED01245D42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4174AE-4B49-1E20-1D27-4FC12B1B177D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61B8ED-1CFD-8A1B-201C-E5916F4F0D4A}"/>
              </a:ext>
            </a:extLst>
          </p:cNvPr>
          <p:cNvSpPr txBox="1"/>
          <p:nvPr/>
        </p:nvSpPr>
        <p:spPr>
          <a:xfrm>
            <a:off x="10900412" y="612118"/>
            <a:ext cx="6534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DD2778-AF8A-5061-4D15-4261081283AD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5D3BDF0-0BDC-66A7-424F-7EC6E3D59A63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5C2766C-B2E3-B8B8-C14F-3BFD868DB7BF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675F8A-BD96-B093-C973-ABB8C449DD68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4C411F8-1079-40A9-B32E-7D253C99F71F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3C3B49-863C-497C-6C5E-81F02D79A118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DA592E4A-AE05-2D6E-B681-2516A4C84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4927600"/>
            <a:ext cx="1397000" cy="139700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26DB31-5728-DA20-2C96-29D1BE62A096}"/>
              </a:ext>
            </a:extLst>
          </p:cNvPr>
          <p:cNvCxnSpPr>
            <a:cxnSpLocks/>
          </p:cNvCxnSpPr>
          <p:nvPr/>
        </p:nvCxnSpPr>
        <p:spPr>
          <a:xfrm>
            <a:off x="6400800" y="2806700"/>
            <a:ext cx="52578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9B9DA19-4495-533B-D31F-8DF185C0BAF9}"/>
              </a:ext>
            </a:extLst>
          </p:cNvPr>
          <p:cNvSpPr txBox="1"/>
          <p:nvPr/>
        </p:nvSpPr>
        <p:spPr>
          <a:xfrm>
            <a:off x="6316210" y="2853424"/>
            <a:ext cx="7731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latin typeface="+mj-lt"/>
              </a:rPr>
              <a:t>01</a:t>
            </a:r>
            <a:endParaRPr lang="en-US" sz="4400" dirty="0">
              <a:latin typeface="+mj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73B639-DB59-6114-DFE9-8B4915BEB1D0}"/>
              </a:ext>
            </a:extLst>
          </p:cNvPr>
          <p:cNvSpPr txBox="1"/>
          <p:nvPr/>
        </p:nvSpPr>
        <p:spPr>
          <a:xfrm>
            <a:off x="10167937" y="2929624"/>
            <a:ext cx="1595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Introduction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D857A02-320C-BFF4-0D92-2A1AE92CAD5F}"/>
              </a:ext>
            </a:extLst>
          </p:cNvPr>
          <p:cNvCxnSpPr>
            <a:cxnSpLocks/>
          </p:cNvCxnSpPr>
          <p:nvPr/>
        </p:nvCxnSpPr>
        <p:spPr>
          <a:xfrm>
            <a:off x="6400800" y="3768725"/>
            <a:ext cx="52578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96674BD-DEDE-A397-3EC5-88DBBE50CC73}"/>
              </a:ext>
            </a:extLst>
          </p:cNvPr>
          <p:cNvSpPr txBox="1"/>
          <p:nvPr/>
        </p:nvSpPr>
        <p:spPr>
          <a:xfrm>
            <a:off x="6316210" y="3815449"/>
            <a:ext cx="7731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latin typeface="+mj-lt"/>
              </a:rPr>
              <a:t>02</a:t>
            </a:r>
            <a:endParaRPr lang="en-US" sz="4400" dirty="0">
              <a:latin typeface="+mj-lt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359E19-41B4-78D6-F32F-4175AAAAC164}"/>
              </a:ext>
            </a:extLst>
          </p:cNvPr>
          <p:cNvSpPr txBox="1"/>
          <p:nvPr/>
        </p:nvSpPr>
        <p:spPr>
          <a:xfrm>
            <a:off x="9467851" y="3891649"/>
            <a:ext cx="229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Definition of AI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B47E0CA-A120-586C-EF1A-C82FAB494618}"/>
              </a:ext>
            </a:extLst>
          </p:cNvPr>
          <p:cNvCxnSpPr>
            <a:cxnSpLocks/>
          </p:cNvCxnSpPr>
          <p:nvPr/>
        </p:nvCxnSpPr>
        <p:spPr>
          <a:xfrm>
            <a:off x="6400800" y="4713968"/>
            <a:ext cx="52578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EA9660D2-3E9F-23B5-9E9F-DFA27F169CB6}"/>
              </a:ext>
            </a:extLst>
          </p:cNvPr>
          <p:cNvSpPr txBox="1"/>
          <p:nvPr/>
        </p:nvSpPr>
        <p:spPr>
          <a:xfrm>
            <a:off x="6316210" y="4760692"/>
            <a:ext cx="7731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latin typeface="+mj-lt"/>
              </a:rPr>
              <a:t>03</a:t>
            </a:r>
            <a:endParaRPr lang="en-US" sz="4400" dirty="0">
              <a:latin typeface="+mj-lt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868F5C2-BF55-C80B-936C-A7E233AEF44F}"/>
              </a:ext>
            </a:extLst>
          </p:cNvPr>
          <p:cNvSpPr txBox="1"/>
          <p:nvPr/>
        </p:nvSpPr>
        <p:spPr>
          <a:xfrm>
            <a:off x="8715375" y="4836892"/>
            <a:ext cx="3047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History of AI Development</a:t>
            </a:r>
          </a:p>
          <a:p>
            <a:pPr algn="r"/>
            <a:endParaRPr lang="en-US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D31751-670B-06AF-7035-DFA6E26E8C84}"/>
              </a:ext>
            </a:extLst>
          </p:cNvPr>
          <p:cNvCxnSpPr>
            <a:cxnSpLocks/>
          </p:cNvCxnSpPr>
          <p:nvPr/>
        </p:nvCxnSpPr>
        <p:spPr>
          <a:xfrm>
            <a:off x="6400800" y="5640614"/>
            <a:ext cx="52578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145C5767-BBBA-75DE-2650-9D08E81843E6}"/>
              </a:ext>
            </a:extLst>
          </p:cNvPr>
          <p:cNvSpPr txBox="1"/>
          <p:nvPr/>
        </p:nvSpPr>
        <p:spPr>
          <a:xfrm>
            <a:off x="6316210" y="5687338"/>
            <a:ext cx="7731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latin typeface="+mj-lt"/>
              </a:rPr>
              <a:t>04</a:t>
            </a:r>
            <a:endParaRPr lang="en-US" sz="4400" dirty="0">
              <a:latin typeface="+mj-lt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1C193D-22DE-8FD3-B314-CBDA6594660E}"/>
              </a:ext>
            </a:extLst>
          </p:cNvPr>
          <p:cNvSpPr txBox="1"/>
          <p:nvPr/>
        </p:nvSpPr>
        <p:spPr>
          <a:xfrm>
            <a:off x="10167937" y="5763538"/>
            <a:ext cx="1595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Types of AI</a:t>
            </a:r>
          </a:p>
        </p:txBody>
      </p:sp>
    </p:spTree>
    <p:extLst>
      <p:ext uri="{BB962C8B-B14F-4D97-AF65-F5344CB8AC3E}">
        <p14:creationId xmlns:p14="http://schemas.microsoft.com/office/powerpoint/2010/main" val="2155560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585D2D-28B9-50C8-0D46-6A485437A55D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FBF950-4CE1-2DE4-DCC8-B76DB1BDFBA6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8F6FE7-FC14-1D79-CA73-EBFE628D2453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90B80A-A206-AA9D-69B6-3EF3BB7BB259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A41BC2-EA27-0BA5-F439-24AEE2BADF99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DB17B2-2392-0DA3-04D2-7FDB67FFDBF5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594B496-157E-F38B-7297-3144AB53EF29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BF513C-EFA8-A8B4-7446-9001B2AAECEA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8C1F087-5BE4-050C-8854-3ED3AC88DC66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C403CE-24E7-3FA5-202F-E82607BB4B53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F9AB16-EACD-601F-7123-BC10D6B20BE5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A1A1A0-0DD4-E02D-4310-9F5C00E2F397}"/>
              </a:ext>
            </a:extLst>
          </p:cNvPr>
          <p:cNvSpPr txBox="1"/>
          <p:nvPr/>
        </p:nvSpPr>
        <p:spPr>
          <a:xfrm>
            <a:off x="411390" y="1330444"/>
            <a:ext cx="561158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0" dirty="0">
                <a:latin typeface="+mj-lt"/>
              </a:rPr>
              <a:t>Empowering</a:t>
            </a:r>
          </a:p>
          <a:p>
            <a:r>
              <a:rPr lang="en-GB" sz="6000" dirty="0">
                <a:latin typeface="+mj-lt"/>
              </a:rPr>
              <a:t>the    Future </a:t>
            </a:r>
          </a:p>
          <a:p>
            <a:r>
              <a:rPr lang="en-GB" sz="6000" dirty="0">
                <a:latin typeface="+mj-lt"/>
              </a:rPr>
              <a:t>with Intelligent </a:t>
            </a:r>
          </a:p>
          <a:p>
            <a:r>
              <a:rPr lang="en-GB" sz="6000" dirty="0">
                <a:latin typeface="+mj-lt"/>
              </a:rPr>
              <a:t>Machines</a:t>
            </a:r>
            <a:endParaRPr lang="en-US" sz="6000" dirty="0"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CCA868-7356-95E8-FB85-08EE3C0769AA}"/>
              </a:ext>
            </a:extLst>
          </p:cNvPr>
          <p:cNvSpPr txBox="1"/>
          <p:nvPr/>
        </p:nvSpPr>
        <p:spPr>
          <a:xfrm>
            <a:off x="6915150" y="1461954"/>
            <a:ext cx="49847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300" dirty="0">
                <a:latin typeface="Karla Medium" panose="020B0004030503030003" pitchFamily="34" charset="0"/>
              </a:rPr>
              <a:t>Brief Definition Of the</a:t>
            </a:r>
          </a:p>
          <a:p>
            <a:r>
              <a:rPr lang="en-US" sz="3300" dirty="0">
                <a:latin typeface="Karla Medium" panose="020B0004030503030003" pitchFamily="34" charset="0"/>
              </a:rPr>
              <a:t>Existence Of AI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09434D-2F86-78E4-01EF-E4B66CE2C1C9}"/>
              </a:ext>
            </a:extLst>
          </p:cNvPr>
          <p:cNvSpPr txBox="1"/>
          <p:nvPr/>
        </p:nvSpPr>
        <p:spPr>
          <a:xfrm>
            <a:off x="6946900" y="2947765"/>
            <a:ext cx="5053511" cy="117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Donec </a:t>
            </a:r>
            <a:r>
              <a:rPr lang="en-US" sz="1200" b="0" i="0" dirty="0" err="1">
                <a:effectLst/>
              </a:rPr>
              <a:t>quam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felis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nec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pellentesque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eu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pretium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quis</a:t>
            </a:r>
            <a:r>
              <a:rPr lang="en-US" sz="1200" b="0" i="0" dirty="0">
                <a:effectLst/>
              </a:rPr>
              <a:t>, sem.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Nulla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consequat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massa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quis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enim</a:t>
            </a:r>
            <a:r>
              <a:rPr lang="en-US" sz="1200" b="0" i="0" dirty="0">
                <a:effectLst/>
              </a:rPr>
              <a:t>. Donec </a:t>
            </a:r>
            <a:r>
              <a:rPr lang="en-US" sz="1200" b="0" i="0" dirty="0" err="1">
                <a:effectLst/>
              </a:rPr>
              <a:t>pede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justo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fringilla</a:t>
            </a:r>
            <a:r>
              <a:rPr lang="en-US" sz="1200" b="0" i="0" dirty="0">
                <a:effectLst/>
              </a:rPr>
              <a:t> vel,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aliquet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nec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vulputate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arcu</a:t>
            </a:r>
            <a:r>
              <a:rPr lang="en-US" sz="1200" b="0" i="0" dirty="0">
                <a:effectLst/>
              </a:rPr>
              <a:t>. In </a:t>
            </a:r>
            <a:r>
              <a:rPr lang="en-US" sz="1200" b="0" i="0" dirty="0" err="1">
                <a:effectLst/>
              </a:rPr>
              <a:t>enim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justo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ut</a:t>
            </a:r>
            <a:r>
              <a:rPr lang="en-US" sz="1200" b="0" i="0" dirty="0">
                <a:effectLst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200" dirty="0" err="1"/>
              <a:t>Loream</a:t>
            </a:r>
            <a:r>
              <a:rPr lang="en-US" sz="1200" dirty="0"/>
              <a:t> Ipsum </a:t>
            </a:r>
            <a:r>
              <a:rPr lang="en-US" sz="1200" dirty="0" err="1"/>
              <a:t>dola</a:t>
            </a:r>
            <a:r>
              <a:rPr lang="en-US" sz="1200" dirty="0"/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B7D42A-8100-2E49-E25A-3E388F6ADE36}"/>
              </a:ext>
            </a:extLst>
          </p:cNvPr>
          <p:cNvSpPr txBox="1"/>
          <p:nvPr/>
        </p:nvSpPr>
        <p:spPr>
          <a:xfrm>
            <a:off x="6929438" y="5012818"/>
            <a:ext cx="11858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25</a:t>
            </a:r>
            <a:endParaRPr lang="en-US" sz="4800" dirty="0">
              <a:latin typeface="+mj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C95343-ED9C-B6E4-2F32-4F4166F17ECA}"/>
              </a:ext>
            </a:extLst>
          </p:cNvPr>
          <p:cNvSpPr txBox="1"/>
          <p:nvPr/>
        </p:nvSpPr>
        <p:spPr>
          <a:xfrm>
            <a:off x="7620362" y="5084120"/>
            <a:ext cx="1380309" cy="615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Verdana" panose="020B0604030504040204" pitchFamily="34" charset="0"/>
              </a:rPr>
              <a:t>Vivamus</a:t>
            </a:r>
            <a:r>
              <a:rPr lang="en-US" sz="1200" b="0" i="0" dirty="0">
                <a:effectLst/>
                <a:latin typeface="Verdana" panose="020B060403050404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Verdana" panose="020B0604030504040204" pitchFamily="34" charset="0"/>
              </a:rPr>
              <a:t>elementum</a:t>
            </a: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8DE6EA-EC8C-A12E-3739-AF398EE3C109}"/>
              </a:ext>
            </a:extLst>
          </p:cNvPr>
          <p:cNvSpPr txBox="1"/>
          <p:nvPr/>
        </p:nvSpPr>
        <p:spPr>
          <a:xfrm>
            <a:off x="9342438" y="5012818"/>
            <a:ext cx="14017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80%</a:t>
            </a:r>
            <a:endParaRPr lang="en-US" sz="4800" dirty="0">
              <a:latin typeface="+mj-l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B2677D-AF55-9F85-07E7-BFFA6497136B}"/>
              </a:ext>
            </a:extLst>
          </p:cNvPr>
          <p:cNvSpPr txBox="1"/>
          <p:nvPr/>
        </p:nvSpPr>
        <p:spPr>
          <a:xfrm>
            <a:off x="10651490" y="5084120"/>
            <a:ext cx="1380309" cy="615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Verdana" panose="020B0604030504040204" pitchFamily="34" charset="0"/>
              </a:rPr>
              <a:t>Vivamus</a:t>
            </a:r>
            <a:r>
              <a:rPr lang="en-US" sz="1200" b="0" i="0" dirty="0">
                <a:effectLst/>
                <a:latin typeface="Verdana" panose="020B060403050404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Verdana" panose="020B0604030504040204" pitchFamily="34" charset="0"/>
              </a:rPr>
              <a:t>elementum</a:t>
            </a:r>
            <a:endParaRPr lang="en-US" sz="1200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16084F9-6B72-3280-509F-96A3F41BDA96}"/>
              </a:ext>
            </a:extLst>
          </p:cNvPr>
          <p:cNvCxnSpPr>
            <a:cxnSpLocks/>
          </p:cNvCxnSpPr>
          <p:nvPr/>
        </p:nvCxnSpPr>
        <p:spPr>
          <a:xfrm>
            <a:off x="7048500" y="4835910"/>
            <a:ext cx="46101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F0CE264-CFEA-11BE-7C8F-AACD9FE0369B}"/>
              </a:ext>
            </a:extLst>
          </p:cNvPr>
          <p:cNvCxnSpPr>
            <a:cxnSpLocks/>
          </p:cNvCxnSpPr>
          <p:nvPr/>
        </p:nvCxnSpPr>
        <p:spPr>
          <a:xfrm>
            <a:off x="7048500" y="6055110"/>
            <a:ext cx="46101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530822-D590-0655-1391-56E5490EFA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444049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CE35EC-E781-F60F-7FA3-9AAED9EEBF10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C5EA5D-121C-C731-014C-A25C37D71D37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552C8B-FDE6-7033-E092-E5C278C31A80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A0001F-1190-334F-34AF-B1C3EE4C95BF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92FFA22-8287-EF60-9FA5-A46CE68AF587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B80436-6DD9-BDE4-5EC2-F5908EC8225E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9C2A937-72DB-ABA1-925E-BAC39484930B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6BE9AA-E015-3E6E-4621-B96728310AD7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5AABD47-E7C6-F08C-CF2D-FAA01AD2DEBA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D4B05CA-C4CF-C6C8-ABEB-AD22A7928E9A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4FC8BC-71CB-B1B6-FFB1-F6E2842110BE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9E21A5-8E7E-5945-B6C6-9E40DC5937A1}"/>
              </a:ext>
            </a:extLst>
          </p:cNvPr>
          <p:cNvSpPr txBox="1"/>
          <p:nvPr/>
        </p:nvSpPr>
        <p:spPr>
          <a:xfrm>
            <a:off x="6454775" y="4406384"/>
            <a:ext cx="54800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Machines that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5FB56D-4E51-59AF-6389-A6797E0DFBAA}"/>
              </a:ext>
            </a:extLst>
          </p:cNvPr>
          <p:cNvSpPr txBox="1"/>
          <p:nvPr/>
        </p:nvSpPr>
        <p:spPr>
          <a:xfrm>
            <a:off x="6495824" y="5425559"/>
            <a:ext cx="24812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Think</a:t>
            </a:r>
            <a:endParaRPr lang="en-US" sz="7200" dirty="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09F44661-7DEE-58D0-4D68-D10B53A0E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2275" y="2886075"/>
            <a:ext cx="1076325" cy="1076325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DA043CF-1471-A7BA-44B0-A92CCAAA0C18}"/>
              </a:ext>
            </a:extLst>
          </p:cNvPr>
          <p:cNvCxnSpPr>
            <a:cxnSpLocks/>
          </p:cNvCxnSpPr>
          <p:nvPr/>
        </p:nvCxnSpPr>
        <p:spPr>
          <a:xfrm>
            <a:off x="533400" y="3959610"/>
            <a:ext cx="2462213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D1D05D2-D4E1-EFD8-CC97-78A59CC355DF}"/>
              </a:ext>
            </a:extLst>
          </p:cNvPr>
          <p:cNvGrpSpPr/>
          <p:nvPr/>
        </p:nvGrpSpPr>
        <p:grpSpPr>
          <a:xfrm rot="18900000">
            <a:off x="2789728" y="3698194"/>
            <a:ext cx="197693" cy="116197"/>
            <a:chOff x="2257662" y="3805349"/>
            <a:chExt cx="224393" cy="13189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A84C9E7-F8E9-3617-5A8B-DC4134985A1D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2EB28AE-16D3-AD72-549D-0B3A57D6EB77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245EB3B-7488-20AE-5BA3-E9C2870A213A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EE8FE95-2AE1-748C-2CB1-7DD91EFE69DF}"/>
              </a:ext>
            </a:extLst>
          </p:cNvPr>
          <p:cNvSpPr txBox="1"/>
          <p:nvPr/>
        </p:nvSpPr>
        <p:spPr>
          <a:xfrm>
            <a:off x="419100" y="3584059"/>
            <a:ext cx="2305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Intelligence capabilities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5134B6-6ECC-D13B-B259-DD74C9384E08}"/>
              </a:ext>
            </a:extLst>
          </p:cNvPr>
          <p:cNvSpPr txBox="1"/>
          <p:nvPr/>
        </p:nvSpPr>
        <p:spPr>
          <a:xfrm>
            <a:off x="442913" y="1409700"/>
            <a:ext cx="5195887" cy="1447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semper nisi. Aenean </a:t>
            </a:r>
            <a:r>
              <a:rPr lang="en-US" sz="1200" b="0" i="0" dirty="0" err="1">
                <a:effectLst/>
              </a:rPr>
              <a:t>vulputate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eleifend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tellus</a:t>
            </a:r>
            <a:r>
              <a:rPr lang="en-US" sz="1200" b="0" i="0" dirty="0">
                <a:effectLst/>
              </a:rPr>
              <a:t>. Aenean </a:t>
            </a:r>
            <a:r>
              <a:rPr lang="en-US" sz="1200" b="0" i="0" dirty="0" err="1">
                <a:effectLst/>
              </a:rPr>
              <a:t>leo</a:t>
            </a:r>
            <a:r>
              <a:rPr lang="en-US" sz="1200" b="0" i="0" dirty="0">
                <a:effectLst/>
              </a:rPr>
              <a:t> ligula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eu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consequat</a:t>
            </a:r>
            <a:r>
              <a:rPr lang="en-US" sz="1200" b="0" i="0" dirty="0">
                <a:effectLst/>
              </a:rPr>
              <a:t> vitae, </a:t>
            </a:r>
            <a:r>
              <a:rPr lang="en-US" sz="1200" b="0" i="0" dirty="0" err="1">
                <a:effectLst/>
              </a:rPr>
              <a:t>eleifend</a:t>
            </a:r>
            <a:r>
              <a:rPr lang="en-US" sz="1200" b="0" i="0" dirty="0">
                <a:effectLst/>
              </a:rPr>
              <a:t> ac, </a:t>
            </a:r>
            <a:r>
              <a:rPr lang="en-US" sz="1200" b="0" i="0" dirty="0" err="1">
                <a:effectLst/>
              </a:rPr>
              <a:t>enim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Aliquam</a:t>
            </a:r>
            <a:r>
              <a:rPr lang="en-US" sz="1200" b="0" i="0" dirty="0">
                <a:effectLst/>
              </a:rPr>
              <a:t> lorem ante, </a:t>
            </a:r>
            <a:r>
              <a:rPr lang="en-US" sz="1200" b="0" i="0" dirty="0" err="1">
                <a:effectLst/>
              </a:rPr>
              <a:t>dapibus</a:t>
            </a:r>
            <a:r>
              <a:rPr lang="en-US" sz="1200" b="0" i="0" dirty="0">
                <a:effectLst/>
              </a:rPr>
              <a:t> in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viverra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quis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feugiat</a:t>
            </a:r>
            <a:r>
              <a:rPr lang="en-US" sz="1200" b="0" i="0" dirty="0">
                <a:effectLst/>
              </a:rPr>
              <a:t> a, </a:t>
            </a:r>
            <a:r>
              <a:rPr lang="en-US" sz="1200" b="0" i="0" dirty="0" err="1">
                <a:effectLst/>
              </a:rPr>
              <a:t>tellus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Phasellus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viverra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nulla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metus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varius</a:t>
            </a:r>
            <a:endParaRPr lang="en-US" sz="1200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laoreet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Quisque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rutrum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commodo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ligula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eget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dolor. Ae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Karla" panose="020B0004030503030003" pitchFamily="34" charset="0"/>
              </a:rPr>
              <a:t>massa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. Cum sociis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natoque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penaten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85215C-FF98-CB0A-493C-D16CF0645571}"/>
              </a:ext>
            </a:extLst>
          </p:cNvPr>
          <p:cNvSpPr txBox="1"/>
          <p:nvPr/>
        </p:nvSpPr>
        <p:spPr>
          <a:xfrm>
            <a:off x="6455909" y="1717855"/>
            <a:ext cx="216557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0" dirty="0">
                <a:latin typeface="+mj-lt"/>
              </a:rPr>
              <a:t>98%</a:t>
            </a:r>
            <a:endParaRPr lang="en-US" sz="8000" dirty="0"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0FDBDE-142A-9065-AD05-51C228BAD0FD}"/>
              </a:ext>
            </a:extLst>
          </p:cNvPr>
          <p:cNvSpPr txBox="1"/>
          <p:nvPr/>
        </p:nvSpPr>
        <p:spPr>
          <a:xfrm>
            <a:off x="6481310" y="1451613"/>
            <a:ext cx="22145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nearly accurate definition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0CB633-8C9A-9268-8BF8-1C7694A3150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986406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9A3447-F712-E283-ABD1-B91C7B1FAEE3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EF2EE6-3F35-F7B7-3673-0A723077C66E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2F0F26-B270-8312-3896-095AAB2B51F1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36D794-7BAA-940A-4D95-F7B279E71F1E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A22E27E-CAB8-C5E3-DE0B-440F4412C9A9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7E5CA4-347F-5FC4-3182-499DD72DCE09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9F2AFE-F812-1313-264B-FE88C3FF6299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B9767E-0903-3D7E-B80C-C748ECE68FB6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0E3219-EE07-9164-BD6A-B2A018C21FE6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5D714F-29C3-B4B7-3C23-EF36C0C50FD1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5E5B53-894D-7084-A33D-7C9989858A9E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EFB74C-AF72-A1CB-2A86-8F24E5310E51}"/>
              </a:ext>
            </a:extLst>
          </p:cNvPr>
          <p:cNvSpPr txBox="1"/>
          <p:nvPr/>
        </p:nvSpPr>
        <p:spPr>
          <a:xfrm>
            <a:off x="4567645" y="1326814"/>
            <a:ext cx="683378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100" dirty="0">
                <a:latin typeface="+mj-lt"/>
              </a:rPr>
              <a:t>From Narrow Tasks </a:t>
            </a:r>
          </a:p>
          <a:p>
            <a:r>
              <a:rPr lang="en-GB" sz="6100" dirty="0">
                <a:latin typeface="+mj-lt"/>
              </a:rPr>
              <a:t>to Super Intelligence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EF286E-6A22-DA02-9404-A7E9CD4E5C71}"/>
              </a:ext>
            </a:extLst>
          </p:cNvPr>
          <p:cNvSpPr txBox="1"/>
          <p:nvPr/>
        </p:nvSpPr>
        <p:spPr>
          <a:xfrm>
            <a:off x="457200" y="4387334"/>
            <a:ext cx="15525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Narrow AI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B86E64-2D78-F635-273A-F5D6D5B47520}"/>
              </a:ext>
            </a:extLst>
          </p:cNvPr>
          <p:cNvSpPr txBox="1"/>
          <p:nvPr/>
        </p:nvSpPr>
        <p:spPr>
          <a:xfrm>
            <a:off x="447675" y="4890611"/>
            <a:ext cx="2295525" cy="1447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Cullamcorper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nisi.Etiam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Maecenas , </a:t>
            </a:r>
            <a:r>
              <a:rPr lang="en-US" sz="1200" b="0" i="0" dirty="0" err="1">
                <a:effectLst/>
              </a:rPr>
              <a:t>tellus</a:t>
            </a:r>
            <a:endParaRPr lang="en-US" sz="1200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condimentum</a:t>
            </a:r>
            <a:r>
              <a:rPr lang="en-US" sz="1200" b="0" i="0" dirty="0">
                <a:effectLst/>
              </a:rPr>
              <a:t> rh.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F9DE55-EAA8-B244-786B-6F444479F072}"/>
              </a:ext>
            </a:extLst>
          </p:cNvPr>
          <p:cNvSpPr txBox="1"/>
          <p:nvPr/>
        </p:nvSpPr>
        <p:spPr>
          <a:xfrm>
            <a:off x="3454400" y="4373426"/>
            <a:ext cx="1552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Karla Medium" panose="020B0004030503030003" pitchFamily="34" charset="0"/>
              </a:rPr>
              <a:t>General AI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406D52-0AC3-BA5E-91E2-85161535DF91}"/>
              </a:ext>
            </a:extLst>
          </p:cNvPr>
          <p:cNvSpPr txBox="1"/>
          <p:nvPr/>
        </p:nvSpPr>
        <p:spPr>
          <a:xfrm>
            <a:off x="3444875" y="4876703"/>
            <a:ext cx="2295525" cy="117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Cullamcorper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nisi.Etiam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Maecenas.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EC6387-E68D-1A26-4480-AD6D8B841AE2}"/>
              </a:ext>
            </a:extLst>
          </p:cNvPr>
          <p:cNvSpPr txBox="1"/>
          <p:nvPr/>
        </p:nvSpPr>
        <p:spPr>
          <a:xfrm>
            <a:off x="6508750" y="4373426"/>
            <a:ext cx="1552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Karla Medium" panose="020B0004030503030003" pitchFamily="34" charset="0"/>
              </a:rPr>
              <a:t>Super AI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0FFAFC-D2B2-ECCC-5969-40CD51CDBCA3}"/>
              </a:ext>
            </a:extLst>
          </p:cNvPr>
          <p:cNvSpPr txBox="1"/>
          <p:nvPr/>
        </p:nvSpPr>
        <p:spPr>
          <a:xfrm>
            <a:off x="6499225" y="4876703"/>
            <a:ext cx="2295525" cy="1447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Cullamcorper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nisi.Etiam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Maecenas , </a:t>
            </a:r>
            <a:r>
              <a:rPr lang="en-US" sz="1200" b="0" i="0" dirty="0" err="1">
                <a:effectLst/>
              </a:rPr>
              <a:t>tellus</a:t>
            </a:r>
            <a:endParaRPr lang="en-US" sz="1200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condimentum</a:t>
            </a:r>
            <a:r>
              <a:rPr lang="en-US" sz="1200" b="0" i="0" dirty="0">
                <a:effectLst/>
              </a:rPr>
              <a:t> rh. 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9E6C1D55-008B-1D1F-D5F3-A43832B2B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6701" y="5092701"/>
            <a:ext cx="1231900" cy="1231900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490A0D6-CDBE-E092-7A9C-CBA58424D9B4}"/>
              </a:ext>
            </a:extLst>
          </p:cNvPr>
          <p:cNvSpPr/>
          <p:nvPr/>
        </p:nvSpPr>
        <p:spPr>
          <a:xfrm>
            <a:off x="533401" y="1562100"/>
            <a:ext cx="872330" cy="28813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6AE7D4-8D43-5A15-06B9-30F4A3EAEF4E}"/>
              </a:ext>
            </a:extLst>
          </p:cNvPr>
          <p:cNvSpPr txBox="1"/>
          <p:nvPr/>
        </p:nvSpPr>
        <p:spPr>
          <a:xfrm>
            <a:off x="588961" y="1564481"/>
            <a:ext cx="758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Karla" panose="020B0004030503030003" pitchFamily="34" charset="0"/>
              </a:rPr>
              <a:t>World AI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55AD71C-9012-3A33-C4D5-3B75513C741F}"/>
              </a:ext>
            </a:extLst>
          </p:cNvPr>
          <p:cNvSpPr/>
          <p:nvPr/>
        </p:nvSpPr>
        <p:spPr>
          <a:xfrm>
            <a:off x="1625601" y="1562100"/>
            <a:ext cx="872330" cy="2881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244770-DC45-5782-7CE8-89FF4D5E3EF1}"/>
              </a:ext>
            </a:extLst>
          </p:cNvPr>
          <p:cNvSpPr txBox="1"/>
          <p:nvPr/>
        </p:nvSpPr>
        <p:spPr>
          <a:xfrm>
            <a:off x="1640679" y="1562100"/>
            <a:ext cx="881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Karla" panose="020B0004030503030003" pitchFamily="34" charset="0"/>
              </a:rPr>
              <a:t>Company</a:t>
            </a:r>
            <a:endParaRPr lang="en-US" sz="1200" dirty="0">
              <a:latin typeface="Karla" panose="020B000403050303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134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AB1E01-12B2-BADD-9551-D68374E346BA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0F3248-7B56-4910-6898-A3AB016CEDF4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195353-FBA7-47D0-39C9-6FF69D1B3ABA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BDE2C1-8235-487F-6811-EA420BE26A04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6BD346-68E4-F3DE-CF23-D0838AD4D68C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DD1FF-02A4-A4A9-E398-69B9F91FCE38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DD584FE-637A-6E9D-1FDE-4C116700052B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11D756-C3AD-B574-4077-12960986628C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69AF41-7560-2243-2609-1383E3685B9C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74E0DD-DD9A-4BCC-B677-F7D801102F4B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2DA7E-A90F-D123-B039-7363671F6868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E2C88C-36E7-F7E7-E5F9-974D25A11C87}"/>
              </a:ext>
            </a:extLst>
          </p:cNvPr>
          <p:cNvSpPr txBox="1"/>
          <p:nvPr/>
        </p:nvSpPr>
        <p:spPr>
          <a:xfrm>
            <a:off x="409574" y="1263134"/>
            <a:ext cx="76676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600" dirty="0">
                <a:latin typeface="+mj-lt"/>
              </a:rPr>
              <a:t>Machine Learning vs. Deep Learning</a:t>
            </a:r>
            <a:endParaRPr lang="en-US" sz="6600" dirty="0">
              <a:latin typeface="+mj-lt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83DB8AA-6186-D55A-A6F8-0374BA5B8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96524" y="1562100"/>
            <a:ext cx="1362076" cy="13620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1EFA932-DD8F-2298-8FBC-F4E039AA9725}"/>
              </a:ext>
            </a:extLst>
          </p:cNvPr>
          <p:cNvSpPr txBox="1"/>
          <p:nvPr/>
        </p:nvSpPr>
        <p:spPr>
          <a:xfrm>
            <a:off x="428625" y="3825359"/>
            <a:ext cx="18923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Machine Learning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CF880B-EAF5-BE83-B17D-761D93DC4346}"/>
              </a:ext>
            </a:extLst>
          </p:cNvPr>
          <p:cNvSpPr txBox="1"/>
          <p:nvPr/>
        </p:nvSpPr>
        <p:spPr>
          <a:xfrm>
            <a:off x="4314825" y="4934537"/>
            <a:ext cx="18923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Machine Learning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0B0A96-E3F0-C1D8-8E02-295703512977}"/>
              </a:ext>
            </a:extLst>
          </p:cNvPr>
          <p:cNvSpPr txBox="1"/>
          <p:nvPr/>
        </p:nvSpPr>
        <p:spPr>
          <a:xfrm>
            <a:off x="419100" y="4234160"/>
            <a:ext cx="3829050" cy="88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Etiam</a:t>
            </a:r>
            <a:r>
              <a:rPr lang="en-US" sz="1200" b="0" i="0" dirty="0">
                <a:effectLst/>
              </a:rPr>
              <a:t> sit </a:t>
            </a: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orci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 eros </a:t>
            </a:r>
            <a:r>
              <a:rPr lang="en-US" sz="1200" b="0" i="0" dirty="0" err="1">
                <a:effectLst/>
              </a:rPr>
              <a:t>faucibus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tincidunt</a:t>
            </a:r>
            <a:r>
              <a:rPr lang="en-US" sz="1200" b="0" i="0" dirty="0">
                <a:effectLst/>
              </a:rPr>
              <a:t>. Duis </a:t>
            </a:r>
            <a:r>
              <a:rPr lang="en-US" sz="1200" b="0" i="0" dirty="0" err="1">
                <a:effectLst/>
              </a:rPr>
              <a:t>leo</a:t>
            </a:r>
            <a:r>
              <a:rPr lang="en-US" sz="1200" b="0" i="0" dirty="0">
                <a:effectLst/>
              </a:rPr>
              <a:t>. Sed </a:t>
            </a:r>
            <a:r>
              <a:rPr lang="en-US" sz="1200" b="0" i="0" dirty="0" err="1">
                <a:effectLst/>
              </a:rPr>
              <a:t>fringilla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nibh</a:t>
            </a:r>
            <a:r>
              <a:rPr lang="en-US" sz="1200" b="0" i="0" dirty="0">
                <a:effectLst/>
              </a:rPr>
              <a:t>. Donec </a:t>
            </a:r>
            <a:r>
              <a:rPr lang="en-US" sz="1200" b="0" i="0" dirty="0" err="1">
                <a:effectLst/>
              </a:rPr>
              <a:t>sodales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sagittis</a:t>
            </a:r>
            <a:r>
              <a:rPr lang="en-US" sz="1200" b="0" i="0" dirty="0">
                <a:effectLst/>
              </a:rPr>
              <a:t>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226370-20E2-FAFE-24F5-9DD22DB118C3}"/>
              </a:ext>
            </a:extLst>
          </p:cNvPr>
          <p:cNvSpPr txBox="1"/>
          <p:nvPr/>
        </p:nvSpPr>
        <p:spPr>
          <a:xfrm>
            <a:off x="4314825" y="5438588"/>
            <a:ext cx="3829050" cy="88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Etiam</a:t>
            </a:r>
            <a:r>
              <a:rPr lang="en-US" sz="1200" b="0" i="0" dirty="0">
                <a:effectLst/>
              </a:rPr>
              <a:t> sit </a:t>
            </a: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orci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 eros </a:t>
            </a:r>
            <a:r>
              <a:rPr lang="en-US" sz="1200" b="0" i="0" dirty="0" err="1">
                <a:effectLst/>
              </a:rPr>
              <a:t>faucibus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tincidunt</a:t>
            </a:r>
            <a:r>
              <a:rPr lang="en-US" sz="1200" b="0" i="0" dirty="0">
                <a:effectLst/>
              </a:rPr>
              <a:t>. Duis </a:t>
            </a:r>
            <a:r>
              <a:rPr lang="en-US" sz="1200" b="0" i="0" dirty="0" err="1">
                <a:effectLst/>
              </a:rPr>
              <a:t>leo</a:t>
            </a:r>
            <a:r>
              <a:rPr lang="en-US" sz="1200" b="0" i="0" dirty="0">
                <a:effectLst/>
              </a:rPr>
              <a:t>. Sed </a:t>
            </a:r>
            <a:r>
              <a:rPr lang="en-US" sz="1200" b="0" i="0" dirty="0" err="1">
                <a:effectLst/>
              </a:rPr>
              <a:t>fringilla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mauris</a:t>
            </a:r>
            <a:r>
              <a:rPr lang="en-US" sz="1200" b="0" i="0" dirty="0">
                <a:effectLst/>
              </a:rPr>
              <a:t> sit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nibh</a:t>
            </a:r>
            <a:r>
              <a:rPr lang="en-US" sz="1200" b="0" i="0" dirty="0">
                <a:effectLst/>
              </a:rPr>
              <a:t>. Donec </a:t>
            </a:r>
            <a:r>
              <a:rPr lang="en-US" sz="1200" b="0" i="0" dirty="0" err="1">
                <a:effectLst/>
              </a:rPr>
              <a:t>sodales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sagittis</a:t>
            </a:r>
            <a:r>
              <a:rPr lang="en-US" sz="1200" b="0" i="0" dirty="0">
                <a:effectLst/>
              </a:rPr>
              <a:t> 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2EC6FF3-35F8-3367-04D1-E310F614E220}"/>
              </a:ext>
            </a:extLst>
          </p:cNvPr>
          <p:cNvSpPr/>
          <p:nvPr/>
        </p:nvSpPr>
        <p:spPr>
          <a:xfrm>
            <a:off x="542926" y="6026944"/>
            <a:ext cx="872330" cy="28813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5A7F16-0F3B-7B20-5E47-B616C0925C30}"/>
              </a:ext>
            </a:extLst>
          </p:cNvPr>
          <p:cNvSpPr txBox="1"/>
          <p:nvPr/>
        </p:nvSpPr>
        <p:spPr>
          <a:xfrm>
            <a:off x="598486" y="6029325"/>
            <a:ext cx="758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Karla" panose="020B0004030503030003" pitchFamily="34" charset="0"/>
              </a:rPr>
              <a:t>World AI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3BB5A4C-93F7-5031-0E5C-C2DFFD45A7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08926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A0E5DF-A7A8-BD40-5A82-9E8810E6869F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00907F8-2011-DC6B-2DF9-CFC47B519EC0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5C691E-CAB7-1597-3186-B5543F562BCD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B67656-CA0B-E4EF-E3BF-D7D27ED8C012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100480F-2761-7BE2-9601-E96B19D840BF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C4E8B-7DB3-D471-C7C6-FA32EAB1CAC0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B76CB60-F225-53F6-32CE-5E455D1571F8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87FC13-68ED-8137-A83D-3E6FA5E2DA42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772471-CD27-4E79-8C5C-A8CD4A7686E5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138938-F3A1-EC85-F2E9-1B41E968616A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0D4D69-3E57-F198-A4E3-6E5E4AFF62B5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214FB7-FEC2-5077-E9A0-BC5FC0CDF9CF}"/>
              </a:ext>
            </a:extLst>
          </p:cNvPr>
          <p:cNvSpPr txBox="1"/>
          <p:nvPr/>
        </p:nvSpPr>
        <p:spPr>
          <a:xfrm>
            <a:off x="2181225" y="4256136"/>
            <a:ext cx="51282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AI workflow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8C00EB2B-90A8-6FB1-6820-FBD84218F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4591050"/>
            <a:ext cx="1104900" cy="11049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AE2536F-50F8-4202-B336-FC345B263EBC}"/>
              </a:ext>
            </a:extLst>
          </p:cNvPr>
          <p:cNvSpPr txBox="1"/>
          <p:nvPr/>
        </p:nvSpPr>
        <p:spPr>
          <a:xfrm>
            <a:off x="428625" y="1633584"/>
            <a:ext cx="187642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Data collection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C0215E-44B1-0BB1-FCB6-225737937901}"/>
              </a:ext>
            </a:extLst>
          </p:cNvPr>
          <p:cNvSpPr txBox="1"/>
          <p:nvPr/>
        </p:nvSpPr>
        <p:spPr>
          <a:xfrm>
            <a:off x="419100" y="3196709"/>
            <a:ext cx="187642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Data processing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4799C0D-3F33-4C1D-01AF-8167A3BEE954}"/>
              </a:ext>
            </a:extLst>
          </p:cNvPr>
          <p:cNvSpPr/>
          <p:nvPr/>
        </p:nvSpPr>
        <p:spPr>
          <a:xfrm>
            <a:off x="3355658" y="1559719"/>
            <a:ext cx="502443" cy="28813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F23EC1-50AA-7B93-F39D-B2024D2AB29D}"/>
              </a:ext>
            </a:extLst>
          </p:cNvPr>
          <p:cNvSpPr txBox="1"/>
          <p:nvPr/>
        </p:nvSpPr>
        <p:spPr>
          <a:xfrm>
            <a:off x="3430268" y="1562100"/>
            <a:ext cx="758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Karla" panose="020B0004030503030003" pitchFamily="34" charset="0"/>
              </a:rPr>
              <a:t>01</a:t>
            </a:r>
            <a:endParaRPr lang="en-US" sz="1200" dirty="0">
              <a:solidFill>
                <a:schemeClr val="bg1"/>
              </a:solidFill>
              <a:latin typeface="Karla" panose="020B00040305030300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3C1EBD-1B11-AC8E-EC1F-5696495A74A1}"/>
              </a:ext>
            </a:extLst>
          </p:cNvPr>
          <p:cNvSpPr txBox="1"/>
          <p:nvPr/>
        </p:nvSpPr>
        <p:spPr>
          <a:xfrm>
            <a:off x="3967026" y="1633584"/>
            <a:ext cx="2917372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Karla" panose="020B0004030503030003" pitchFamily="34" charset="0"/>
              </a:rPr>
              <a:t>bibendum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sodales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,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augue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velit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cursus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Karla" panose="020B0004030503030003" pitchFamily="34" charset="0"/>
              </a:rPr>
              <a:t>nunc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,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quis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gravida magna mi a libero.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Fusce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vulputate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eleifend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.</a:t>
            </a:r>
            <a:endParaRPr lang="en-US" sz="1200" dirty="0">
              <a:latin typeface="Karla" panose="020B00040305030300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262BAF8-CFC4-C953-CA7E-80DF2B05CD8B}"/>
              </a:ext>
            </a:extLst>
          </p:cNvPr>
          <p:cNvSpPr/>
          <p:nvPr/>
        </p:nvSpPr>
        <p:spPr>
          <a:xfrm>
            <a:off x="3355658" y="3039087"/>
            <a:ext cx="502443" cy="2881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5C2A56-FFFB-CF29-BBB5-3815A28606AF}"/>
              </a:ext>
            </a:extLst>
          </p:cNvPr>
          <p:cNvSpPr txBox="1"/>
          <p:nvPr/>
        </p:nvSpPr>
        <p:spPr>
          <a:xfrm>
            <a:off x="3430268" y="3041468"/>
            <a:ext cx="363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Karla" panose="020B0004030503030003" pitchFamily="34" charset="0"/>
              </a:rPr>
              <a:t>02</a:t>
            </a:r>
            <a:endParaRPr lang="en-US" sz="1200" dirty="0">
              <a:latin typeface="Karla" panose="020B00040305030300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4F61E7-FD27-ECE2-F71E-D07310D48E82}"/>
              </a:ext>
            </a:extLst>
          </p:cNvPr>
          <p:cNvSpPr txBox="1"/>
          <p:nvPr/>
        </p:nvSpPr>
        <p:spPr>
          <a:xfrm>
            <a:off x="3967026" y="3112952"/>
            <a:ext cx="2917372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Karla" panose="020B0004030503030003" pitchFamily="34" charset="0"/>
              </a:rPr>
              <a:t>bibendum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sodales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,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augue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velit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cursus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Karla" panose="020B0004030503030003" pitchFamily="34" charset="0"/>
              </a:rPr>
              <a:t>nunc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,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quis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gravida magna mi a libero.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Fusce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vulputate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 </a:t>
            </a:r>
            <a:r>
              <a:rPr lang="en-US" sz="1200" b="0" i="0" dirty="0" err="1">
                <a:effectLst/>
                <a:latin typeface="Karla" panose="020B0004030503030003" pitchFamily="34" charset="0"/>
              </a:rPr>
              <a:t>eleifend</a:t>
            </a:r>
            <a:r>
              <a:rPr lang="en-US" sz="1200" b="0" i="0" dirty="0">
                <a:effectLst/>
                <a:latin typeface="Karla" panose="020B0004030503030003" pitchFamily="34" charset="0"/>
              </a:rPr>
              <a:t>.</a:t>
            </a:r>
            <a:endParaRPr lang="en-US" sz="1200" dirty="0">
              <a:latin typeface="Karla" panose="020B00040305030300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0E5DA8-9637-F6EA-DBCC-A9E863797093}"/>
              </a:ext>
            </a:extLst>
          </p:cNvPr>
          <p:cNvSpPr txBox="1"/>
          <p:nvPr/>
        </p:nvSpPr>
        <p:spPr>
          <a:xfrm>
            <a:off x="8696325" y="1562100"/>
            <a:ext cx="2397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Karla Medium" panose="020B0004030503030003" pitchFamily="34" charset="0"/>
              </a:rPr>
              <a:t>hands-on training in manufacturing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3078EB-0FB6-9168-4A66-60944E89C766}"/>
              </a:ext>
            </a:extLst>
          </p:cNvPr>
          <p:cNvSpPr txBox="1"/>
          <p:nvPr/>
        </p:nvSpPr>
        <p:spPr>
          <a:xfrm>
            <a:off x="4301036" y="525601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Explanation</a:t>
            </a:r>
            <a:endParaRPr lang="en-US" sz="720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F7FCDD9-7A32-19B9-1611-EE42AFCC8285}"/>
              </a:ext>
            </a:extLst>
          </p:cNvPr>
          <p:cNvCxnSpPr>
            <a:cxnSpLocks/>
          </p:cNvCxnSpPr>
          <p:nvPr/>
        </p:nvCxnSpPr>
        <p:spPr>
          <a:xfrm>
            <a:off x="8801100" y="2334010"/>
            <a:ext cx="276225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A3E9371-7364-AC16-CFA0-85AAF6633558}"/>
              </a:ext>
            </a:extLst>
          </p:cNvPr>
          <p:cNvGrpSpPr/>
          <p:nvPr/>
        </p:nvGrpSpPr>
        <p:grpSpPr>
          <a:xfrm rot="18900000">
            <a:off x="11397155" y="2034494"/>
            <a:ext cx="197693" cy="116197"/>
            <a:chOff x="2257662" y="3805349"/>
            <a:chExt cx="224393" cy="13189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61750DE-456A-247E-4120-B978C8CA1BF5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3FC936D-D5E3-927C-A5A6-0563B8763702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305CF02-CBAF-4ECD-0807-5011085B8EDE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E86E5C4-DAE5-E8C1-EA0F-A00B258458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979909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60AFF8D-33FD-81AC-9B52-8E86980ABE9E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397B15-6448-8F68-C92F-FBB5622BBA3B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740022-D161-6817-DADC-E751B05D89E4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70E944-F69F-DB50-3ED6-828E9263E3EF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64417B-4690-8D7D-547C-D68FB98A328A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962BB9-3FD3-4CE4-0F05-43EC04819B43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89A03F-4989-9E91-4BC1-41EDE6E7AAF9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B7B325-8BD4-6A9B-E528-77866AEE0547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3D22603-4CCD-CEB1-4E93-AC17FFEF95D6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0A91B3A-D7CA-D6F0-2C8F-B78B7A87754D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67FD2-06FA-707B-695A-324DB5783458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4DB83E-C6BF-DCDD-648D-2F3FF63F89A8}"/>
              </a:ext>
            </a:extLst>
          </p:cNvPr>
          <p:cNvSpPr txBox="1"/>
          <p:nvPr/>
        </p:nvSpPr>
        <p:spPr>
          <a:xfrm>
            <a:off x="408215" y="3237984"/>
            <a:ext cx="44781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Key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18FF3E5-B723-A815-C2C3-107CE189EF01}"/>
              </a:ext>
            </a:extLst>
          </p:cNvPr>
          <p:cNvSpPr txBox="1"/>
          <p:nvPr/>
        </p:nvSpPr>
        <p:spPr>
          <a:xfrm>
            <a:off x="394153" y="424173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Components</a:t>
            </a:r>
            <a:endParaRPr lang="en-US" sz="7200" dirty="0"/>
          </a:p>
        </p:txBody>
      </p:sp>
      <p:sp>
        <p:nvSpPr>
          <p:cNvPr id="9217" name="TextBox 9216">
            <a:extLst>
              <a:ext uri="{FF2B5EF4-FFF2-40B4-BE49-F238E27FC236}">
                <a16:creationId xmlns:a16="http://schemas.microsoft.com/office/drawing/2014/main" id="{EBDB7F5B-5F48-EEF9-C0E6-1A64FBF1EE09}"/>
              </a:ext>
            </a:extLst>
          </p:cNvPr>
          <p:cNvSpPr txBox="1"/>
          <p:nvPr/>
        </p:nvSpPr>
        <p:spPr>
          <a:xfrm>
            <a:off x="423182" y="528631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of AI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F5145E-15F9-3B8B-227B-A0DEDE29E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1562100"/>
            <a:ext cx="1244600" cy="1244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0E59DB-34CF-7EC4-3686-ECDE701D2B78}"/>
              </a:ext>
            </a:extLst>
          </p:cNvPr>
          <p:cNvSpPr txBox="1"/>
          <p:nvPr/>
        </p:nvSpPr>
        <p:spPr>
          <a:xfrm>
            <a:off x="5588000" y="1473200"/>
            <a:ext cx="1552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Karla Medium" panose="020B0004030503030003" pitchFamily="34" charset="0"/>
              </a:rPr>
              <a:t>Algorithms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B7B290-8DC5-D4D8-1E63-82CCC994102C}"/>
              </a:ext>
            </a:extLst>
          </p:cNvPr>
          <p:cNvSpPr txBox="1"/>
          <p:nvPr/>
        </p:nvSpPr>
        <p:spPr>
          <a:xfrm>
            <a:off x="5578475" y="1976477"/>
            <a:ext cx="2295525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</a:t>
            </a:r>
            <a:endParaRPr lang="en-US" sz="1200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sz="1200" dirty="0" err="1"/>
              <a:t>Loream</a:t>
            </a:r>
            <a:r>
              <a:rPr lang="en-US" sz="1200" dirty="0"/>
              <a:t> </a:t>
            </a:r>
            <a:r>
              <a:rPr lang="en-US" sz="1200" b="0" i="0" dirty="0">
                <a:effectLst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068B21-57C6-A727-3815-038CB20928D4}"/>
              </a:ext>
            </a:extLst>
          </p:cNvPr>
          <p:cNvSpPr txBox="1"/>
          <p:nvPr/>
        </p:nvSpPr>
        <p:spPr>
          <a:xfrm>
            <a:off x="9639300" y="1447800"/>
            <a:ext cx="15525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Karla Medium" panose="020B0004030503030003" pitchFamily="34" charset="0"/>
              </a:rPr>
              <a:t>AI models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8BF982-755B-210B-0D70-523D177F4F29}"/>
              </a:ext>
            </a:extLst>
          </p:cNvPr>
          <p:cNvSpPr txBox="1"/>
          <p:nvPr/>
        </p:nvSpPr>
        <p:spPr>
          <a:xfrm>
            <a:off x="9629775" y="1951077"/>
            <a:ext cx="2295525" cy="117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Cullamcorper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nisi.Etiam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Maecenas.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5AB7C21-92A3-81CC-5FF5-2DB7814CF562}"/>
              </a:ext>
            </a:extLst>
          </p:cNvPr>
          <p:cNvCxnSpPr>
            <a:cxnSpLocks/>
          </p:cNvCxnSpPr>
          <p:nvPr/>
        </p:nvCxnSpPr>
        <p:spPr>
          <a:xfrm>
            <a:off x="8045450" y="4540635"/>
            <a:ext cx="361315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1E0DC1A-4D2B-5A5E-D20A-72D6AEC812D0}"/>
              </a:ext>
            </a:extLst>
          </p:cNvPr>
          <p:cNvSpPr txBox="1"/>
          <p:nvPr/>
        </p:nvSpPr>
        <p:spPr>
          <a:xfrm>
            <a:off x="7947170" y="4567277"/>
            <a:ext cx="479281" cy="46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Karla Medium" panose="020B0004030503030003" pitchFamily="34" charset="0"/>
              </a:rPr>
              <a:t>01</a:t>
            </a:r>
            <a:endParaRPr lang="en-US" b="0" i="0" dirty="0">
              <a:effectLst/>
              <a:latin typeface="Karla Medium" panose="020B00040305030300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0411AF-36C1-C2E4-87FD-79AD278572F7}"/>
              </a:ext>
            </a:extLst>
          </p:cNvPr>
          <p:cNvSpPr txBox="1"/>
          <p:nvPr/>
        </p:nvSpPr>
        <p:spPr>
          <a:xfrm>
            <a:off x="8393257" y="4567277"/>
            <a:ext cx="3366943" cy="46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Karla Medium" panose="020B0004030503030003" pitchFamily="34" charset="0"/>
              </a:rPr>
              <a:t>High-performance computing</a:t>
            </a:r>
            <a:endParaRPr lang="en-US" b="0" i="0" dirty="0">
              <a:effectLst/>
              <a:latin typeface="Karla Medium" panose="020B0004030503030003" pitchFamily="34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F1C607-13DC-86BB-6CD4-D80EA9E74E81}"/>
              </a:ext>
            </a:extLst>
          </p:cNvPr>
          <p:cNvCxnSpPr>
            <a:cxnSpLocks/>
          </p:cNvCxnSpPr>
          <p:nvPr/>
        </p:nvCxnSpPr>
        <p:spPr>
          <a:xfrm>
            <a:off x="8045450" y="5143885"/>
            <a:ext cx="361315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BF9F661-8451-DEFA-7C51-DE40EFAF8AEF}"/>
              </a:ext>
            </a:extLst>
          </p:cNvPr>
          <p:cNvCxnSpPr>
            <a:cxnSpLocks/>
          </p:cNvCxnSpPr>
          <p:nvPr/>
        </p:nvCxnSpPr>
        <p:spPr>
          <a:xfrm>
            <a:off x="8045450" y="5683635"/>
            <a:ext cx="361315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3DA5769-61CB-C8BC-E9F1-AB2DCFE78CEC}"/>
              </a:ext>
            </a:extLst>
          </p:cNvPr>
          <p:cNvCxnSpPr>
            <a:cxnSpLocks/>
          </p:cNvCxnSpPr>
          <p:nvPr/>
        </p:nvCxnSpPr>
        <p:spPr>
          <a:xfrm>
            <a:off x="8045450" y="6191635"/>
            <a:ext cx="361315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6E4023C-45C9-4E4B-CF37-42D6772636C9}"/>
              </a:ext>
            </a:extLst>
          </p:cNvPr>
          <p:cNvSpPr txBox="1"/>
          <p:nvPr/>
        </p:nvSpPr>
        <p:spPr>
          <a:xfrm>
            <a:off x="7947170" y="5157827"/>
            <a:ext cx="479281" cy="46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Karla Medium" panose="020B0004030503030003" pitchFamily="34" charset="0"/>
              </a:rPr>
              <a:t>02</a:t>
            </a:r>
            <a:endParaRPr lang="en-US" b="0" i="0" dirty="0">
              <a:effectLst/>
              <a:latin typeface="Karla Medium" panose="020B00040305030300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95340B-4FA1-508B-ABA7-18657465FC98}"/>
              </a:ext>
            </a:extLst>
          </p:cNvPr>
          <p:cNvSpPr txBox="1"/>
          <p:nvPr/>
        </p:nvSpPr>
        <p:spPr>
          <a:xfrm>
            <a:off x="8393257" y="5157827"/>
            <a:ext cx="3366943" cy="46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Karla Medium" panose="020B0004030503030003" pitchFamily="34" charset="0"/>
              </a:rPr>
              <a:t>Data Components</a:t>
            </a:r>
            <a:endParaRPr lang="en-US" b="0" i="0" dirty="0">
              <a:effectLst/>
              <a:latin typeface="Karla Medium" panose="020B00040305030300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AEB6F3-6C76-18F2-3285-28C933F44DD0}"/>
              </a:ext>
            </a:extLst>
          </p:cNvPr>
          <p:cNvSpPr txBox="1"/>
          <p:nvPr/>
        </p:nvSpPr>
        <p:spPr>
          <a:xfrm>
            <a:off x="7947170" y="5700752"/>
            <a:ext cx="479281" cy="46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Karla Medium" panose="020B0004030503030003" pitchFamily="34" charset="0"/>
              </a:rPr>
              <a:t>03</a:t>
            </a:r>
            <a:endParaRPr lang="en-US" b="0" i="0" dirty="0">
              <a:effectLst/>
              <a:latin typeface="Karla Medium" panose="020B00040305030300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F587351-C2B0-9D43-625A-CAE1743C4A5F}"/>
              </a:ext>
            </a:extLst>
          </p:cNvPr>
          <p:cNvSpPr txBox="1"/>
          <p:nvPr/>
        </p:nvSpPr>
        <p:spPr>
          <a:xfrm>
            <a:off x="8393257" y="5700752"/>
            <a:ext cx="3366943" cy="46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Karla Medium" panose="020B0004030503030003" pitchFamily="34" charset="0"/>
              </a:rPr>
              <a:t>latest model</a:t>
            </a:r>
            <a:endParaRPr lang="en-US" b="0" i="0" dirty="0">
              <a:effectLst/>
              <a:latin typeface="Karla Medium" panose="020B000403050303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56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3ADB8F-5AF0-5E39-5BA0-E8FB498BB888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36739B-F23B-4B85-0078-8F1ED9CDD88C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722C9A-FF60-C86B-9201-D3D2C2489C35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B3F6BA-8A1E-801F-07C2-1AB1AF4A98E7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FE15B8F-E9AD-C804-0AD9-A289BABE0DED}"/>
              </a:ext>
            </a:extLst>
          </p:cNvPr>
          <p:cNvSpPr txBox="1"/>
          <p:nvPr/>
        </p:nvSpPr>
        <p:spPr>
          <a:xfrm>
            <a:off x="10900411" y="612118"/>
            <a:ext cx="543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Karla" panose="020B0004030503030003" pitchFamily="34" charset="0"/>
              </a:rPr>
              <a:t>Menu</a:t>
            </a:r>
            <a:endParaRPr lang="en-US" sz="1100" dirty="0">
              <a:solidFill>
                <a:schemeClr val="bg1"/>
              </a:solidFill>
              <a:latin typeface="Karla" panose="020B00040305030300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98DF82-7199-6769-8802-B8AEF9F2FD43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Karla" panose="020B0004030503030003" pitchFamily="34" charset="0"/>
              </a:rPr>
              <a:t>Your Company</a:t>
            </a:r>
            <a:endParaRPr lang="en-US" sz="1100" dirty="0">
              <a:solidFill>
                <a:schemeClr val="bg1"/>
              </a:solidFill>
              <a:latin typeface="Karla" panose="020B0004030503030003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C9B532C-D8EC-7031-AEDC-71A3D4522597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8CA4CA-49E5-ACED-F87E-664F6176462D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A017413-2BB7-BEAA-2567-F4C1CD498DAF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779D49F-B760-7899-76D8-5A1F398CCFB9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BA2248-5E07-DEC5-A817-3529AA3DDE84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Karla" panose="020B0004030503030003" pitchFamily="34" charset="0"/>
              </a:rPr>
              <a:t>The Future</a:t>
            </a:r>
            <a:endParaRPr lang="en-US" sz="1100" dirty="0">
              <a:solidFill>
                <a:schemeClr val="bg1"/>
              </a:solidFill>
              <a:latin typeface="Karla" panose="020B0004030503030003" pitchFamily="34" charset="0"/>
            </a:endParaRP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BFBAB5A6-9640-0CE5-570D-D8B09DD4496E}"/>
              </a:ext>
            </a:extLst>
          </p:cNvPr>
          <p:cNvSpPr txBox="1"/>
          <p:nvPr/>
        </p:nvSpPr>
        <p:spPr>
          <a:xfrm>
            <a:off x="533400" y="3473098"/>
            <a:ext cx="67341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 dirty="0">
                <a:solidFill>
                  <a:schemeClr val="bg1"/>
                </a:solidFill>
                <a:latin typeface="+mj-lt"/>
                <a:ea typeface="Roboto" panose="02000000000000000000" pitchFamily="2" charset="0"/>
              </a:rPr>
              <a:t>EMBRACE BREAK </a:t>
            </a:r>
          </a:p>
          <a:p>
            <a:r>
              <a:rPr lang="en-US" sz="6600" dirty="0">
                <a:solidFill>
                  <a:schemeClr val="bg1"/>
                </a:solidFill>
                <a:latin typeface="+mj-lt"/>
                <a:ea typeface="Roboto" panose="02000000000000000000" pitchFamily="2" charset="0"/>
              </a:rPr>
              <a:t>TO ENHANCE </a:t>
            </a:r>
          </a:p>
          <a:p>
            <a:r>
              <a:rPr lang="en-US" sz="6600" dirty="0">
                <a:solidFill>
                  <a:schemeClr val="bg1"/>
                </a:solidFill>
                <a:latin typeface="+mj-lt"/>
                <a:ea typeface="Roboto" panose="02000000000000000000" pitchFamily="2" charset="0"/>
              </a:rPr>
              <a:t>FOCUS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10AD4-337C-C171-F67D-35A4197E4525}"/>
              </a:ext>
            </a:extLst>
          </p:cNvPr>
          <p:cNvSpPr txBox="1"/>
          <p:nvPr/>
        </p:nvSpPr>
        <p:spPr>
          <a:xfrm>
            <a:off x="9440861" y="3384578"/>
            <a:ext cx="1716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 err="1">
                <a:solidFill>
                  <a:schemeClr val="bg2"/>
                </a:solidFill>
              </a:rPr>
              <a:t>Loream</a:t>
            </a:r>
            <a:r>
              <a:rPr lang="en-GB" sz="1200" dirty="0">
                <a:solidFill>
                  <a:schemeClr val="bg2"/>
                </a:solidFill>
              </a:rPr>
              <a:t> Ipsum dollar</a:t>
            </a:r>
            <a:endParaRPr lang="en-US" sz="1200" dirty="0">
              <a:solidFill>
                <a:schemeClr val="bg2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9EF055-4023-B0F2-064D-59809981432F}"/>
              </a:ext>
            </a:extLst>
          </p:cNvPr>
          <p:cNvGrpSpPr/>
          <p:nvPr/>
        </p:nvGrpSpPr>
        <p:grpSpPr>
          <a:xfrm>
            <a:off x="11080987" y="3478323"/>
            <a:ext cx="224393" cy="131890"/>
            <a:chOff x="2257662" y="3805349"/>
            <a:chExt cx="224393" cy="13189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DDE62C6-2D90-ED74-CB89-CD6F3A8D973A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E6CAF30-FAD0-8CD9-39B6-60E9170B1B9D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2D19C38-92BC-937D-C1A7-7D3B69111BB9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2"/>
                </a:solidFill>
              </a:endParaRP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371656-7370-FED8-0E4B-57844FA7F654}"/>
              </a:ext>
            </a:extLst>
          </p:cNvPr>
          <p:cNvCxnSpPr>
            <a:cxnSpLocks/>
          </p:cNvCxnSpPr>
          <p:nvPr/>
        </p:nvCxnSpPr>
        <p:spPr>
          <a:xfrm>
            <a:off x="2146300" y="2346710"/>
            <a:ext cx="136525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ADB3E84-9190-17A4-9D7B-BD751CED8094}"/>
              </a:ext>
            </a:extLst>
          </p:cNvPr>
          <p:cNvSpPr txBox="1"/>
          <p:nvPr/>
        </p:nvSpPr>
        <p:spPr>
          <a:xfrm>
            <a:off x="1857375" y="1987034"/>
            <a:ext cx="14954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  <a:latin typeface="+mj-lt"/>
              </a:rPr>
              <a:t>Short Break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AA5C31-7CDC-5914-5E41-08C8D73AFC7F}"/>
              </a:ext>
            </a:extLst>
          </p:cNvPr>
          <p:cNvSpPr txBox="1"/>
          <p:nvPr/>
        </p:nvSpPr>
        <p:spPr>
          <a:xfrm>
            <a:off x="1838006" y="2424458"/>
            <a:ext cx="857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 err="1">
                <a:solidFill>
                  <a:schemeClr val="bg2"/>
                </a:solidFill>
              </a:rPr>
              <a:t>Loream</a:t>
            </a:r>
            <a:endParaRPr lang="en-US" sz="1200" dirty="0">
              <a:solidFill>
                <a:schemeClr val="bg2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8ACB78-D3CE-A4F7-CBB7-3A412E93C46D}"/>
              </a:ext>
            </a:extLst>
          </p:cNvPr>
          <p:cNvCxnSpPr>
            <a:cxnSpLocks/>
          </p:cNvCxnSpPr>
          <p:nvPr/>
        </p:nvCxnSpPr>
        <p:spPr>
          <a:xfrm>
            <a:off x="8302625" y="5509010"/>
            <a:ext cx="136525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A3F3113-96C1-333C-9A28-1C05FD8C86A4}"/>
              </a:ext>
            </a:extLst>
          </p:cNvPr>
          <p:cNvSpPr txBox="1"/>
          <p:nvPr/>
        </p:nvSpPr>
        <p:spPr>
          <a:xfrm>
            <a:off x="7829550" y="5149334"/>
            <a:ext cx="1142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2"/>
                </a:solidFill>
                <a:latin typeface="+mj-lt"/>
              </a:rPr>
              <a:t>Break Time</a:t>
            </a:r>
            <a:endParaRPr lang="en-US" sz="16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EE4399-B3A1-7A86-5604-CB166C1226EC}"/>
              </a:ext>
            </a:extLst>
          </p:cNvPr>
          <p:cNvSpPr txBox="1"/>
          <p:nvPr/>
        </p:nvSpPr>
        <p:spPr>
          <a:xfrm>
            <a:off x="8210231" y="5586758"/>
            <a:ext cx="857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 err="1">
                <a:solidFill>
                  <a:schemeClr val="bg2"/>
                </a:solidFill>
              </a:rPr>
              <a:t>Loream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EED1DE8-95F0-0C24-8DE2-B9CE9482EB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94034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BAE08AB-D78B-2B35-6163-AF95467F812D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DC4752D-8F0C-C395-58E6-91D163647A50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C53B4ED-C6E9-9BBF-A75C-8AC8176AC1CA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9E3470-446D-744B-09FC-B5E9C15F86F2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8C280FB-2CBC-E108-116C-7D8635914536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C01F4-E946-CD45-6C35-CDFA668DAFF6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4B29E5-B9B5-6AF6-FE93-8658A6D4AB7F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CC237A-7A4F-FCA6-B920-35C0F65895A8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50E89C-85F1-A25F-3A20-9E292C616020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1B939D-7834-8EC3-34A3-E893D7EEC1E7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F8B998-EDC2-FC37-8F3E-12BF73CE7315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B3CB84-1DB2-5817-3013-2CC74F0449F7}"/>
              </a:ext>
            </a:extLst>
          </p:cNvPr>
          <p:cNvSpPr txBox="1"/>
          <p:nvPr/>
        </p:nvSpPr>
        <p:spPr>
          <a:xfrm>
            <a:off x="444500" y="135520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AI in </a:t>
            </a:r>
          </a:p>
          <a:p>
            <a:r>
              <a:rPr lang="en-US" sz="7200" dirty="0">
                <a:latin typeface="+mj-lt"/>
              </a:rPr>
              <a:t>Healthcare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F63003-BDBE-780A-16B1-CA8E966456CD}"/>
              </a:ext>
            </a:extLst>
          </p:cNvPr>
          <p:cNvSpPr txBox="1"/>
          <p:nvPr/>
        </p:nvSpPr>
        <p:spPr>
          <a:xfrm>
            <a:off x="4829175" y="3826462"/>
            <a:ext cx="18923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surgical robots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224A0A-22CE-353C-ADA3-B8C42BF50A6B}"/>
              </a:ext>
            </a:extLst>
          </p:cNvPr>
          <p:cNvSpPr txBox="1"/>
          <p:nvPr/>
        </p:nvSpPr>
        <p:spPr>
          <a:xfrm>
            <a:off x="4829175" y="5333813"/>
            <a:ext cx="3829050" cy="88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>
                <a:effectLst/>
              </a:rPr>
              <a:t>Etiam sit amet orci eget eros faucibus </a:t>
            </a:r>
          </a:p>
          <a:p>
            <a:pPr>
              <a:lnSpc>
                <a:spcPct val="150000"/>
              </a:lnSpc>
            </a:pPr>
            <a:r>
              <a:rPr lang="en-US" sz="1200" b="0" i="0">
                <a:effectLst/>
              </a:rPr>
              <a:t>tincidunt. Duis leo. Sed fringilla ma </a:t>
            </a:r>
          </a:p>
          <a:p>
            <a:pPr>
              <a:lnSpc>
                <a:spcPct val="150000"/>
              </a:lnSpc>
            </a:pPr>
            <a:r>
              <a:rPr lang="en-US" sz="1200" b="0" i="0">
                <a:effectLst/>
              </a:rPr>
              <a:t>amet nibh. Donec sodales sagittis </a:t>
            </a:r>
            <a:endParaRPr lang="en-US" sz="1200" b="0" i="0" dirty="0">
              <a:effectLst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E50D135-7A52-AB45-055E-AEC7F3966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5400" y="1562100"/>
            <a:ext cx="1473200" cy="1473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559AA78-68C6-1C0D-804C-F03D59A5ADDC}"/>
              </a:ext>
            </a:extLst>
          </p:cNvPr>
          <p:cNvSpPr txBox="1"/>
          <p:nvPr/>
        </p:nvSpPr>
        <p:spPr>
          <a:xfrm>
            <a:off x="8848725" y="3702637"/>
            <a:ext cx="18923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Karla Medium" panose="020B0004030503030003" pitchFamily="34" charset="0"/>
              </a:rPr>
              <a:t>Diagnosis of disease with AI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52A1AF-85B1-6B6E-4EBC-41170762D610}"/>
              </a:ext>
            </a:extLst>
          </p:cNvPr>
          <p:cNvSpPr txBox="1"/>
          <p:nvPr/>
        </p:nvSpPr>
        <p:spPr>
          <a:xfrm>
            <a:off x="8848725" y="5333813"/>
            <a:ext cx="3829050" cy="88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Etiam</a:t>
            </a:r>
            <a:r>
              <a:rPr lang="en-US" sz="1200" b="0" i="0" dirty="0">
                <a:effectLst/>
              </a:rPr>
              <a:t> sit </a:t>
            </a: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orci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 eros </a:t>
            </a:r>
            <a:r>
              <a:rPr lang="en-US" sz="1200" b="0" i="0" dirty="0" err="1">
                <a:effectLst/>
              </a:rPr>
              <a:t>faucibus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tincidunt</a:t>
            </a:r>
            <a:r>
              <a:rPr lang="en-US" sz="1200" b="0" i="0" dirty="0">
                <a:effectLst/>
              </a:rPr>
              <a:t>. Duis </a:t>
            </a:r>
            <a:r>
              <a:rPr lang="en-US" sz="1200" b="0" i="0" dirty="0" err="1">
                <a:effectLst/>
              </a:rPr>
              <a:t>leo</a:t>
            </a:r>
            <a:r>
              <a:rPr lang="en-US" sz="1200" b="0" i="0" dirty="0">
                <a:effectLst/>
              </a:rPr>
              <a:t>. Sed </a:t>
            </a:r>
            <a:r>
              <a:rPr lang="en-US" sz="1200" b="0" i="0" dirty="0" err="1">
                <a:effectLst/>
              </a:rPr>
              <a:t>fringilla</a:t>
            </a:r>
            <a:r>
              <a:rPr lang="en-US" sz="1200" b="0" i="0" dirty="0">
                <a:effectLst/>
              </a:rPr>
              <a:t> ma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nibh</a:t>
            </a:r>
            <a:r>
              <a:rPr lang="en-US" sz="1200" b="0" i="0" dirty="0">
                <a:effectLst/>
              </a:rPr>
              <a:t>. Donec </a:t>
            </a:r>
            <a:r>
              <a:rPr lang="en-US" sz="1200" b="0" i="0" dirty="0" err="1">
                <a:effectLst/>
              </a:rPr>
              <a:t>sodales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sagittis</a:t>
            </a:r>
            <a:r>
              <a:rPr lang="en-US" sz="1200" b="0" i="0" dirty="0">
                <a:effectLst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9593D7-9F3F-9005-E335-E1AFAB8713ED}"/>
              </a:ext>
            </a:extLst>
          </p:cNvPr>
          <p:cNvSpPr txBox="1"/>
          <p:nvPr/>
        </p:nvSpPr>
        <p:spPr>
          <a:xfrm>
            <a:off x="4862195" y="4327644"/>
            <a:ext cx="17386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dirty="0">
                <a:latin typeface="+mj-lt"/>
              </a:rPr>
              <a:t>767k</a:t>
            </a:r>
            <a:endParaRPr lang="en-US" sz="5400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F273B-09BD-2D76-0B8B-26AC6E2896E9}"/>
              </a:ext>
            </a:extLst>
          </p:cNvPr>
          <p:cNvSpPr txBox="1"/>
          <p:nvPr/>
        </p:nvSpPr>
        <p:spPr>
          <a:xfrm>
            <a:off x="8910320" y="4327644"/>
            <a:ext cx="17386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5400" dirty="0">
                <a:latin typeface="+mj-lt"/>
              </a:rPr>
              <a:t>76%</a:t>
            </a:r>
            <a:endParaRPr lang="en-US" sz="5400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A2ABE0-BA12-CBAB-DDAA-8295BAE415BA}"/>
              </a:ext>
            </a:extLst>
          </p:cNvPr>
          <p:cNvSpPr txBox="1"/>
          <p:nvPr/>
        </p:nvSpPr>
        <p:spPr>
          <a:xfrm>
            <a:off x="428625" y="3819525"/>
            <a:ext cx="2397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Karla Medium" panose="020B0004030503030003" pitchFamily="34" charset="0"/>
              </a:rPr>
              <a:t>hands-on </a:t>
            </a:r>
            <a:r>
              <a:rPr lang="en-US" dirty="0" err="1">
                <a:latin typeface="Karla Medium" panose="020B0004030503030003" pitchFamily="34" charset="0"/>
              </a:rPr>
              <a:t>manufactu</a:t>
            </a:r>
            <a:endParaRPr lang="en-US" dirty="0">
              <a:latin typeface="Karla Medium" panose="020B00040305030300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313507-3923-DEBC-B903-3D219CA66DD9}"/>
              </a:ext>
            </a:extLst>
          </p:cNvPr>
          <p:cNvCxnSpPr>
            <a:cxnSpLocks/>
          </p:cNvCxnSpPr>
          <p:nvPr/>
        </p:nvCxnSpPr>
        <p:spPr>
          <a:xfrm>
            <a:off x="533400" y="4591435"/>
            <a:ext cx="172974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0331C2A-037A-75AC-08CC-FBC097DA8374}"/>
              </a:ext>
            </a:extLst>
          </p:cNvPr>
          <p:cNvGrpSpPr/>
          <p:nvPr/>
        </p:nvGrpSpPr>
        <p:grpSpPr>
          <a:xfrm rot="18900000">
            <a:off x="2115996" y="4291919"/>
            <a:ext cx="197693" cy="116197"/>
            <a:chOff x="2257662" y="3805349"/>
            <a:chExt cx="224393" cy="13189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9E95F11-82C0-E8AF-B433-3F70DC814DE4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3CD6395-92F5-0EE9-96C4-64685C4D46C7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864968A-92BE-D218-BD3E-BF5B7E37625F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410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11AFCB7-C632-64B8-EF2A-7E84647B4273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A9D9139-38BD-1800-E6E5-36909C97A19A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40F530-E56E-BDCB-058C-A8626C9EAAD1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5BAC54-2BCA-8256-A9BB-39C18FF0111A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B95D168-7B7A-458D-203B-691A31C13A1E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67B1E-7081-F433-A143-3E2838DB2766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E64652-4D39-7AD1-D0D9-83B25867DCAD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B510CD-90B1-5493-F86D-0F146E4B3EB4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30A51D-FE0C-A8AF-447E-0457FEB14E3C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7A2299-FEA8-CDF3-3C0A-02063754F3C0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5EE6D4-779C-D892-DA3F-6FBC6E8DA515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8C016D-8CBC-4F8C-6AAF-0D3C41BBFF5C}"/>
              </a:ext>
            </a:extLst>
          </p:cNvPr>
          <p:cNvSpPr txBox="1"/>
          <p:nvPr/>
        </p:nvSpPr>
        <p:spPr>
          <a:xfrm>
            <a:off x="533400" y="1332984"/>
            <a:ext cx="616905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600" dirty="0">
                <a:latin typeface="+mj-lt"/>
              </a:rPr>
              <a:t>what AI are </a:t>
            </a:r>
          </a:p>
          <a:p>
            <a:r>
              <a:rPr lang="en-GB" sz="6600" dirty="0">
                <a:latin typeface="+mj-lt"/>
              </a:rPr>
              <a:t>involved finance</a:t>
            </a:r>
            <a:endParaRPr lang="en-US" sz="6600" dirty="0">
              <a:latin typeface="+mj-lt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418362B-D6AC-846E-8826-FB525AF266B9}"/>
              </a:ext>
            </a:extLst>
          </p:cNvPr>
          <p:cNvCxnSpPr>
            <a:cxnSpLocks/>
          </p:cNvCxnSpPr>
          <p:nvPr/>
        </p:nvCxnSpPr>
        <p:spPr>
          <a:xfrm>
            <a:off x="2501900" y="4540635"/>
            <a:ext cx="361315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ACEBB2F-CBA4-9EBE-22D4-5757E84F5CC9}"/>
              </a:ext>
            </a:extLst>
          </p:cNvPr>
          <p:cNvSpPr txBox="1"/>
          <p:nvPr/>
        </p:nvSpPr>
        <p:spPr>
          <a:xfrm>
            <a:off x="2403620" y="4567277"/>
            <a:ext cx="479281" cy="46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Karla Medium" panose="020B0004030503030003" pitchFamily="34" charset="0"/>
              </a:rPr>
              <a:t>01</a:t>
            </a:r>
            <a:endParaRPr lang="en-US" b="0" i="0" dirty="0">
              <a:effectLst/>
              <a:latin typeface="Karla Medium" panose="020B00040305030300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D474AC-E48D-61F8-18B3-4B35AEE59B87}"/>
              </a:ext>
            </a:extLst>
          </p:cNvPr>
          <p:cNvSpPr txBox="1"/>
          <p:nvPr/>
        </p:nvSpPr>
        <p:spPr>
          <a:xfrm>
            <a:off x="2849707" y="4567277"/>
            <a:ext cx="3366943" cy="46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Karla Medium" panose="020B0004030503030003" pitchFamily="34" charset="0"/>
              </a:rPr>
              <a:t>Fraud detection</a:t>
            </a:r>
            <a:endParaRPr lang="en-US" b="0" i="0" dirty="0">
              <a:effectLst/>
              <a:latin typeface="Karla Medium" panose="020B00040305030300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9A2926-5BC6-E663-6527-8AB7BC13B5A4}"/>
              </a:ext>
            </a:extLst>
          </p:cNvPr>
          <p:cNvCxnSpPr>
            <a:cxnSpLocks/>
          </p:cNvCxnSpPr>
          <p:nvPr/>
        </p:nvCxnSpPr>
        <p:spPr>
          <a:xfrm>
            <a:off x="2501900" y="5143885"/>
            <a:ext cx="361315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A1F7EF-32E2-1678-87CE-2E14366330E3}"/>
              </a:ext>
            </a:extLst>
          </p:cNvPr>
          <p:cNvCxnSpPr>
            <a:cxnSpLocks/>
          </p:cNvCxnSpPr>
          <p:nvPr/>
        </p:nvCxnSpPr>
        <p:spPr>
          <a:xfrm>
            <a:off x="2501900" y="5683635"/>
            <a:ext cx="361315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32FD4E3-ED26-59CA-5A14-DDC83F1093DD}"/>
              </a:ext>
            </a:extLst>
          </p:cNvPr>
          <p:cNvCxnSpPr>
            <a:cxnSpLocks/>
          </p:cNvCxnSpPr>
          <p:nvPr/>
        </p:nvCxnSpPr>
        <p:spPr>
          <a:xfrm>
            <a:off x="2501900" y="6191635"/>
            <a:ext cx="361315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829DF4F-782E-3C51-511E-D74B38FB2093}"/>
              </a:ext>
            </a:extLst>
          </p:cNvPr>
          <p:cNvSpPr txBox="1"/>
          <p:nvPr/>
        </p:nvSpPr>
        <p:spPr>
          <a:xfrm>
            <a:off x="2403620" y="5157827"/>
            <a:ext cx="479281" cy="46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Karla Medium" panose="020B0004030503030003" pitchFamily="34" charset="0"/>
              </a:rPr>
              <a:t>02</a:t>
            </a:r>
            <a:endParaRPr lang="en-US" b="0" i="0" dirty="0">
              <a:effectLst/>
              <a:latin typeface="Karla Medium" panose="020B00040305030300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364605-85AB-44F7-BBB0-AC2F028A0B38}"/>
              </a:ext>
            </a:extLst>
          </p:cNvPr>
          <p:cNvSpPr txBox="1"/>
          <p:nvPr/>
        </p:nvSpPr>
        <p:spPr>
          <a:xfrm>
            <a:off x="2849707" y="5157827"/>
            <a:ext cx="3366943" cy="46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Karla Medium" panose="020B0004030503030003" pitchFamily="34" charset="0"/>
              </a:rPr>
              <a:t>Market analysis</a:t>
            </a:r>
            <a:endParaRPr lang="en-US" b="0" i="0" dirty="0">
              <a:effectLst/>
              <a:latin typeface="Karla Medium" panose="020B00040305030300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202F3C-0C1C-30C2-4F50-D61FD2F51817}"/>
              </a:ext>
            </a:extLst>
          </p:cNvPr>
          <p:cNvSpPr txBox="1"/>
          <p:nvPr/>
        </p:nvSpPr>
        <p:spPr>
          <a:xfrm>
            <a:off x="2403620" y="5700752"/>
            <a:ext cx="479281" cy="463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Karla Medium" panose="020B0004030503030003" pitchFamily="34" charset="0"/>
              </a:rPr>
              <a:t>03</a:t>
            </a:r>
            <a:endParaRPr lang="en-US" b="0" i="0" dirty="0">
              <a:effectLst/>
              <a:latin typeface="Karla Medium" panose="020B00040305030300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351EF3-CD35-A7F5-D437-EC286B66405F}"/>
              </a:ext>
            </a:extLst>
          </p:cNvPr>
          <p:cNvSpPr txBox="1"/>
          <p:nvPr/>
        </p:nvSpPr>
        <p:spPr>
          <a:xfrm>
            <a:off x="2369416" y="5765407"/>
            <a:ext cx="4304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>
                <a:latin typeface="Karla Medium" panose="020B0004030503030003" pitchFamily="34" charset="0"/>
              </a:rPr>
              <a:t>Automated financial services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830213-53C5-BE5B-CA3E-CEF8B510054B}"/>
              </a:ext>
            </a:extLst>
          </p:cNvPr>
          <p:cNvSpPr txBox="1"/>
          <p:nvPr/>
        </p:nvSpPr>
        <p:spPr>
          <a:xfrm>
            <a:off x="8251825" y="1443985"/>
            <a:ext cx="3829050" cy="117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Etiam</a:t>
            </a:r>
            <a:r>
              <a:rPr lang="en-US" sz="1200" b="0" i="0" dirty="0">
                <a:effectLst/>
              </a:rPr>
              <a:t> sit </a:t>
            </a: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orci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tincidunt</a:t>
            </a:r>
            <a:r>
              <a:rPr lang="en-US" sz="1200" b="0" i="0" dirty="0">
                <a:effectLst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nibh</a:t>
            </a:r>
            <a:r>
              <a:rPr lang="en-US" sz="1200" b="0" i="0" dirty="0">
                <a:effectLst/>
              </a:rPr>
              <a:t>. </a:t>
            </a:r>
          </a:p>
          <a:p>
            <a:pPr>
              <a:lnSpc>
                <a:spcPct val="150000"/>
              </a:lnSpc>
            </a:pPr>
            <a:endParaRPr lang="en-US" sz="1200" b="0" i="0" dirty="0">
              <a:effectLst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724B78-6C68-435F-2186-13E8968DDA83}"/>
              </a:ext>
            </a:extLst>
          </p:cNvPr>
          <p:cNvSpPr txBox="1"/>
          <p:nvPr/>
        </p:nvSpPr>
        <p:spPr>
          <a:xfrm>
            <a:off x="8270875" y="5745800"/>
            <a:ext cx="6191250" cy="61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Lorem ipsum dolor sit </a:t>
            </a: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consectetuer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 dolor. Aenean </a:t>
            </a:r>
            <a:r>
              <a:rPr lang="en-US" sz="1200" b="0" i="0" dirty="0" err="1">
                <a:effectLst/>
              </a:rPr>
              <a:t>massa</a:t>
            </a:r>
            <a:r>
              <a:rPr lang="en-US" sz="1200" b="0" i="0" dirty="0">
                <a:effectLst/>
              </a:rPr>
              <a:t>. Cum sociis </a:t>
            </a:r>
            <a:r>
              <a:rPr lang="en-US" sz="1200" b="0" i="0" dirty="0" err="1">
                <a:effectLst/>
              </a:rPr>
              <a:t>natoque</a:t>
            </a:r>
            <a:endParaRPr 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2A97F1-ADD1-2F93-6953-88C35ED67410}"/>
              </a:ext>
            </a:extLst>
          </p:cNvPr>
          <p:cNvSpPr txBox="1"/>
          <p:nvPr/>
        </p:nvSpPr>
        <p:spPr>
          <a:xfrm>
            <a:off x="8265102" y="5378171"/>
            <a:ext cx="18923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Market analysis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F46BC4E-F40D-D492-E882-B67E3BAF34EE}"/>
              </a:ext>
            </a:extLst>
          </p:cNvPr>
          <p:cNvGrpSpPr/>
          <p:nvPr/>
        </p:nvGrpSpPr>
        <p:grpSpPr>
          <a:xfrm>
            <a:off x="542925" y="4483894"/>
            <a:ext cx="1103029" cy="364331"/>
            <a:chOff x="542926" y="4483894"/>
            <a:chExt cx="872330" cy="288131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636F286-8EC0-3C05-9804-3A327B9B035E}"/>
                </a:ext>
              </a:extLst>
            </p:cNvPr>
            <p:cNvSpPr/>
            <p:nvPr/>
          </p:nvSpPr>
          <p:spPr>
            <a:xfrm>
              <a:off x="542926" y="4483894"/>
              <a:ext cx="872330" cy="288131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314F8AE-DAC2-885F-1D44-ED4692DD4E08}"/>
                </a:ext>
              </a:extLst>
            </p:cNvPr>
            <p:cNvSpPr txBox="1"/>
            <p:nvPr/>
          </p:nvSpPr>
          <p:spPr>
            <a:xfrm>
              <a:off x="598486" y="4486275"/>
              <a:ext cx="758825" cy="267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Karla" panose="020B0004030503030003" pitchFamily="34" charset="0"/>
                </a:rPr>
                <a:t>World AI</a:t>
              </a:r>
            </a:p>
          </p:txBody>
        </p:sp>
      </p:grpSp>
      <p:sp>
        <p:nvSpPr>
          <p:cNvPr id="13" name="Block Arc 12">
            <a:extLst>
              <a:ext uri="{FF2B5EF4-FFF2-40B4-BE49-F238E27FC236}">
                <a16:creationId xmlns:a16="http://schemas.microsoft.com/office/drawing/2014/main" id="{8A7E2B67-6301-5394-99EA-09D875F6D433}"/>
              </a:ext>
            </a:extLst>
          </p:cNvPr>
          <p:cNvSpPr/>
          <p:nvPr/>
        </p:nvSpPr>
        <p:spPr>
          <a:xfrm>
            <a:off x="8265102" y="3013787"/>
            <a:ext cx="1510611" cy="1510611"/>
          </a:xfrm>
          <a:prstGeom prst="blockArc">
            <a:avLst>
              <a:gd name="adj1" fmla="val 14505947"/>
              <a:gd name="adj2" fmla="val 14490660"/>
              <a:gd name="adj3" fmla="val 1614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72A9A188-A8B9-01E8-5E67-AFA3DE69B687}"/>
              </a:ext>
            </a:extLst>
          </p:cNvPr>
          <p:cNvSpPr/>
          <p:nvPr/>
        </p:nvSpPr>
        <p:spPr>
          <a:xfrm>
            <a:off x="8267378" y="3013787"/>
            <a:ext cx="1510611" cy="1510611"/>
          </a:xfrm>
          <a:prstGeom prst="blockArc">
            <a:avLst>
              <a:gd name="adj1" fmla="val 14399846"/>
              <a:gd name="adj2" fmla="val 8119389"/>
              <a:gd name="adj3" fmla="val 1585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91976F-7132-A02E-0D04-88A36E9151BA}"/>
              </a:ext>
            </a:extLst>
          </p:cNvPr>
          <p:cNvSpPr txBox="1"/>
          <p:nvPr/>
        </p:nvSpPr>
        <p:spPr>
          <a:xfrm>
            <a:off x="8638759" y="3500288"/>
            <a:ext cx="1026488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+mj-lt"/>
              </a:rPr>
              <a:t>76%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40689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B80311B-B3FB-4B59-68F0-CDA0286CACD9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D2911B-0CA3-4C82-164A-0F9E71E42449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056AD0-FF85-9988-0C8D-4A0CF18DA86C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D21EBC-3127-F788-D207-E0553F0D9D2F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8CEDD0-DA2A-F722-A54D-99E03E9DD487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0D05C-DA63-5FE3-EFB4-DB02CA3977A8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997096-CACE-A72B-8C35-A99ED0C486BE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EEA8DB-02E7-2CE0-ECD6-78B0CDF45029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029D920-45FB-0680-D20B-127EB9DB9A10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B7FBE6-C873-2934-369C-A03EC7421F7C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51CEF-B0AC-A79A-29BF-17FEBA57D0FB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DE7DEF-8709-D7C5-49C0-2BD957EE9932}"/>
              </a:ext>
            </a:extLst>
          </p:cNvPr>
          <p:cNvSpPr txBox="1"/>
          <p:nvPr/>
        </p:nvSpPr>
        <p:spPr>
          <a:xfrm>
            <a:off x="447675" y="1310759"/>
            <a:ext cx="435292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0" dirty="0">
                <a:latin typeface="+mj-lt"/>
              </a:rPr>
              <a:t>AI in </a:t>
            </a:r>
          </a:p>
          <a:p>
            <a:r>
              <a:rPr lang="en-US" sz="8000" dirty="0">
                <a:latin typeface="+mj-lt"/>
              </a:rPr>
              <a:t>Education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96AF4E-8C5B-1124-D37F-3700F7CD4CFB}"/>
              </a:ext>
            </a:extLst>
          </p:cNvPr>
          <p:cNvSpPr txBox="1"/>
          <p:nvPr/>
        </p:nvSpPr>
        <p:spPr>
          <a:xfrm>
            <a:off x="1016793" y="4796909"/>
            <a:ext cx="22479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Adaptive learning </a:t>
            </a:r>
          </a:p>
          <a:p>
            <a:r>
              <a:rPr lang="en-US" sz="1500" dirty="0">
                <a:latin typeface="Karla Medium" panose="020B0004030503030003" pitchFamily="34" charset="0"/>
              </a:rPr>
              <a:t>systems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3C754F-CDCE-ABFF-F7F6-33BC40111403}"/>
              </a:ext>
            </a:extLst>
          </p:cNvPr>
          <p:cNvSpPr txBox="1"/>
          <p:nvPr/>
        </p:nvSpPr>
        <p:spPr>
          <a:xfrm>
            <a:off x="419100" y="5543363"/>
            <a:ext cx="3829050" cy="88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Etiam</a:t>
            </a:r>
            <a:r>
              <a:rPr lang="en-US" sz="1200" b="0" i="0" dirty="0">
                <a:effectLst/>
              </a:rPr>
              <a:t> sit </a:t>
            </a: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orci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 eros </a:t>
            </a:r>
            <a:r>
              <a:rPr lang="en-US" sz="1200" b="0" i="0" dirty="0" err="1">
                <a:effectLst/>
              </a:rPr>
              <a:t>faucibus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loream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tincidunt</a:t>
            </a:r>
            <a:r>
              <a:rPr lang="en-US" sz="1200" b="0" i="0" dirty="0">
                <a:effectLst/>
              </a:rPr>
              <a:t>. Duis </a:t>
            </a:r>
            <a:r>
              <a:rPr lang="en-US" sz="1200" b="0" i="0" dirty="0" err="1">
                <a:effectLst/>
              </a:rPr>
              <a:t>leo</a:t>
            </a:r>
            <a:r>
              <a:rPr lang="en-US" sz="1200" b="0" i="0" dirty="0">
                <a:effectLst/>
              </a:rPr>
              <a:t>. Sed </a:t>
            </a:r>
            <a:r>
              <a:rPr lang="en-US" sz="1200" b="0" i="0" dirty="0" err="1">
                <a:effectLst/>
              </a:rPr>
              <a:t>fringilla</a:t>
            </a:r>
            <a:r>
              <a:rPr lang="en-US" sz="1200" b="0" i="0" dirty="0">
                <a:effectLst/>
              </a:rPr>
              <a:t> ma ipsum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nibh</a:t>
            </a:r>
            <a:r>
              <a:rPr lang="en-US" sz="1200" b="0" i="0" dirty="0">
                <a:effectLst/>
              </a:rPr>
              <a:t>. Donec </a:t>
            </a:r>
            <a:r>
              <a:rPr lang="en-US" sz="1200" b="0" i="0" dirty="0" err="1">
                <a:effectLst/>
              </a:rPr>
              <a:t>sodales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sagittis</a:t>
            </a:r>
            <a:r>
              <a:rPr lang="en-US" sz="1200" b="0" i="0" dirty="0">
                <a:effectLst/>
              </a:rPr>
              <a:t>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48363B-94E5-E67D-9CB6-4E4B6D61B32F}"/>
              </a:ext>
            </a:extLst>
          </p:cNvPr>
          <p:cNvSpPr txBox="1"/>
          <p:nvPr/>
        </p:nvSpPr>
        <p:spPr>
          <a:xfrm>
            <a:off x="7886700" y="1482209"/>
            <a:ext cx="22479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Karla Medium" panose="020B0004030503030003" pitchFamily="34" charset="0"/>
              </a:rPr>
              <a:t>AI as virtual </a:t>
            </a:r>
          </a:p>
          <a:p>
            <a:r>
              <a:rPr lang="en-US" sz="1600" dirty="0">
                <a:latin typeface="Karla Medium" panose="020B0004030503030003" pitchFamily="34" charset="0"/>
              </a:rPr>
              <a:t>tutors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A15EAE8-ECA4-CDF7-DF4D-2A29E99B7312}"/>
              </a:ext>
            </a:extLst>
          </p:cNvPr>
          <p:cNvGrpSpPr/>
          <p:nvPr/>
        </p:nvGrpSpPr>
        <p:grpSpPr>
          <a:xfrm>
            <a:off x="533400" y="4889557"/>
            <a:ext cx="309563" cy="181950"/>
            <a:chOff x="2257662" y="3805349"/>
            <a:chExt cx="224393" cy="131890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6F7DA45-5ADC-1919-4B58-96347DDEDCD0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F386006-F823-F403-D896-03A83AD2BCCF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0673626-44FD-EE1F-20DF-0AE135A4EBE0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5E2EA639-34F7-FBBA-725E-C40CE35480A6}"/>
              </a:ext>
            </a:extLst>
          </p:cNvPr>
          <p:cNvSpPr txBox="1"/>
          <p:nvPr/>
        </p:nvSpPr>
        <p:spPr>
          <a:xfrm>
            <a:off x="7889875" y="2102535"/>
            <a:ext cx="2092325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aliquet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nec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vulputate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arcu</a:t>
            </a:r>
            <a:r>
              <a:rPr lang="en-US" sz="1200" b="0" i="0" dirty="0">
                <a:effectLst/>
              </a:rPr>
              <a:t>. In </a:t>
            </a:r>
            <a:r>
              <a:rPr lang="en-US" sz="1200" b="0" i="0" dirty="0" err="1">
                <a:effectLst/>
              </a:rPr>
              <a:t>enim</a:t>
            </a:r>
            <a:endParaRPr lang="en-US" sz="1200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justo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rhoncus</a:t>
            </a:r>
            <a:endParaRPr lang="en-US" sz="1200" b="0" i="0" dirty="0">
              <a:effectLst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F5AA03-29AF-2A55-D90F-E0E8CA01F4DF}"/>
              </a:ext>
            </a:extLst>
          </p:cNvPr>
          <p:cNvSpPr txBox="1"/>
          <p:nvPr/>
        </p:nvSpPr>
        <p:spPr>
          <a:xfrm>
            <a:off x="7889875" y="4931460"/>
            <a:ext cx="2749550" cy="61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aliquet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nec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vulputate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arcu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enim</a:t>
            </a:r>
            <a:endParaRPr lang="en-US" sz="1200" b="0" i="0" dirty="0">
              <a:effectLst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5AFE11-1056-4674-76A1-CF85FDDABF75}"/>
              </a:ext>
            </a:extLst>
          </p:cNvPr>
          <p:cNvSpPr txBox="1"/>
          <p:nvPr/>
        </p:nvSpPr>
        <p:spPr>
          <a:xfrm>
            <a:off x="7867650" y="5844659"/>
            <a:ext cx="14287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Performance </a:t>
            </a:r>
          </a:p>
          <a:p>
            <a:r>
              <a:rPr lang="en-US" sz="1500" dirty="0">
                <a:latin typeface="Karla Medium" panose="020B0004030503030003" pitchFamily="34" charset="0"/>
              </a:rPr>
              <a:t>analytics</a:t>
            </a: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D538A2C1-6DE7-0A21-2A33-CD3CDE25E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8975" y="5553075"/>
            <a:ext cx="809624" cy="809624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CBBC3DE-ABCE-DEB0-FBA5-B6EF5676EC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897334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B6749AA-81DC-5205-EEA0-326268F48817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42D836-3A80-F5D6-7E6F-3AB07CAC40E1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52B641-971F-6168-86AE-03F7C04BE438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CCDC7A-E7B8-E43A-7ECE-4B4F65716753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6A2DC39-1B54-A9A9-9CCD-B07966B5FC14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B6E67-EF95-7501-E914-000478D4FB89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1179ED-1964-3061-A380-0EBAF4A5227E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FD834C-6DDD-0046-47F2-00A829E9C87E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A779875-F9BC-ACE1-2DA6-4F7CD0BEFB05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EC27467-2899-26B3-428C-511F773BAAA8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FF585D-BB7C-CEA0-4501-5BC735A11B70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4368E5-D09A-65AC-614A-D2A858781CEB}"/>
              </a:ext>
            </a:extLst>
          </p:cNvPr>
          <p:cNvSpPr txBox="1"/>
          <p:nvPr/>
        </p:nvSpPr>
        <p:spPr>
          <a:xfrm>
            <a:off x="419100" y="3104634"/>
            <a:ext cx="4953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AI in the Automotive Industry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48886D9-5D13-E255-949E-69584DE27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1562100"/>
            <a:ext cx="1143000" cy="1143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932ED26-C6B1-B5D9-238A-650B80C638D2}"/>
              </a:ext>
            </a:extLst>
          </p:cNvPr>
          <p:cNvSpPr txBox="1"/>
          <p:nvPr/>
        </p:nvSpPr>
        <p:spPr>
          <a:xfrm>
            <a:off x="6069693" y="1409700"/>
            <a:ext cx="33051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Karla Medium" panose="020B0004030503030003" pitchFamily="34" charset="0"/>
              </a:rPr>
              <a:t>There are </a:t>
            </a:r>
          </a:p>
          <a:p>
            <a:r>
              <a:rPr lang="en-US" sz="2400" dirty="0">
                <a:latin typeface="Karla Medium" panose="020B0004030503030003" pitchFamily="34" charset="0"/>
              </a:rPr>
              <a:t>       some in 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DFDAEF-E62E-BC08-CCA6-1ACDD0F038CA}"/>
              </a:ext>
            </a:extLst>
          </p:cNvPr>
          <p:cNvSpPr txBox="1"/>
          <p:nvPr/>
        </p:nvSpPr>
        <p:spPr>
          <a:xfrm>
            <a:off x="6060168" y="3015734"/>
            <a:ext cx="22479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Self-driving </a:t>
            </a:r>
          </a:p>
          <a:p>
            <a:r>
              <a:rPr lang="en-US" sz="1500" dirty="0">
                <a:latin typeface="Karla Medium" panose="020B0004030503030003" pitchFamily="34" charset="0"/>
              </a:rPr>
              <a:t>cars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0A8199-2D82-78FF-9C2B-B6C8325E7C55}"/>
              </a:ext>
            </a:extLst>
          </p:cNvPr>
          <p:cNvSpPr txBox="1"/>
          <p:nvPr/>
        </p:nvSpPr>
        <p:spPr>
          <a:xfrm>
            <a:off x="6063343" y="3766235"/>
            <a:ext cx="2092325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aliquet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nec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vulputate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arcu</a:t>
            </a:r>
            <a:r>
              <a:rPr lang="en-US" sz="1200" b="0" i="0" dirty="0">
                <a:effectLst/>
              </a:rPr>
              <a:t>. In </a:t>
            </a:r>
            <a:r>
              <a:rPr lang="en-US" sz="1200" b="0" i="0" dirty="0" err="1">
                <a:effectLst/>
              </a:rPr>
              <a:t>enim</a:t>
            </a:r>
            <a:endParaRPr lang="en-US" sz="1200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justo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rhoncus</a:t>
            </a:r>
            <a:endParaRPr lang="en-US" sz="1200" b="0" i="0" dirty="0"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0D52DC-6E91-425D-4076-EDD6CC2FD94F}"/>
              </a:ext>
            </a:extLst>
          </p:cNvPr>
          <p:cNvSpPr txBox="1"/>
          <p:nvPr/>
        </p:nvSpPr>
        <p:spPr>
          <a:xfrm>
            <a:off x="8943975" y="3015734"/>
            <a:ext cx="22479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AI-powered safety systems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25ECD8-D253-1BF9-0F0C-E10B608834D3}"/>
              </a:ext>
            </a:extLst>
          </p:cNvPr>
          <p:cNvSpPr txBox="1"/>
          <p:nvPr/>
        </p:nvSpPr>
        <p:spPr>
          <a:xfrm>
            <a:off x="8947150" y="3766235"/>
            <a:ext cx="2940050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aliquet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nec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vulputate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loream</a:t>
            </a:r>
            <a:r>
              <a:rPr lang="en-US" sz="1200" b="0" i="0" dirty="0">
                <a:effectLst/>
              </a:rPr>
              <a:t> Ipsum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arcu</a:t>
            </a:r>
            <a:r>
              <a:rPr lang="en-US" sz="1200" b="0" i="0" dirty="0">
                <a:effectLst/>
              </a:rPr>
              <a:t>. In </a:t>
            </a:r>
            <a:r>
              <a:rPr lang="en-US" sz="1200" b="0" i="0" dirty="0" err="1">
                <a:effectLst/>
              </a:rPr>
              <a:t>enim</a:t>
            </a:r>
            <a:r>
              <a:rPr lang="en-US" sz="1200" b="0" i="0" dirty="0">
                <a:effectLst/>
              </a:rPr>
              <a:t> dollar me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justo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rhoncus</a:t>
            </a:r>
            <a:endParaRPr lang="en-US" sz="1200" b="0" i="0" dirty="0">
              <a:effectLst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0CE8CB4-FC63-7C92-1567-CB9973354CC3}"/>
              </a:ext>
            </a:extLst>
          </p:cNvPr>
          <p:cNvGrpSpPr/>
          <p:nvPr/>
        </p:nvGrpSpPr>
        <p:grpSpPr>
          <a:xfrm>
            <a:off x="6212568" y="1927282"/>
            <a:ext cx="309563" cy="181950"/>
            <a:chOff x="2257662" y="3805349"/>
            <a:chExt cx="224393" cy="131890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D355C0C-D392-C82B-9661-AB3F26166031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0AF2587-F999-1A7A-324B-9800DD7A017C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E8AF5DA-707C-9AEF-5D03-ECF61167BCBE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C6F4618-2324-BA1C-574E-4C3599FFEF27}"/>
              </a:ext>
            </a:extLst>
          </p:cNvPr>
          <p:cNvSpPr txBox="1"/>
          <p:nvPr/>
        </p:nvSpPr>
        <p:spPr>
          <a:xfrm>
            <a:off x="6096363" y="5191244"/>
            <a:ext cx="2341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000" dirty="0">
                <a:latin typeface="+mj-lt"/>
              </a:rPr>
              <a:t>765k^</a:t>
            </a:r>
            <a:endParaRPr lang="en-US" sz="6000" dirty="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84FFA-22A7-8A90-2889-A51AABE2DEFD}"/>
              </a:ext>
            </a:extLst>
          </p:cNvPr>
          <p:cNvSpPr txBox="1"/>
          <p:nvPr/>
        </p:nvSpPr>
        <p:spPr>
          <a:xfrm>
            <a:off x="6145893" y="6049874"/>
            <a:ext cx="1360488" cy="339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U</a:t>
            </a:r>
            <a:r>
              <a:rPr lang="en-US" sz="1200" b="0" i="0" dirty="0">
                <a:effectLst/>
              </a:rPr>
              <a:t>sers are more</a:t>
            </a:r>
          </a:p>
        </p:txBody>
      </p:sp>
    </p:spTree>
    <p:extLst>
      <p:ext uri="{BB962C8B-B14F-4D97-AF65-F5344CB8AC3E}">
        <p14:creationId xmlns:p14="http://schemas.microsoft.com/office/powerpoint/2010/main" val="1525739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D9C7EB-F4BA-E95D-16A3-E2E98EACE534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DD60F8-B1AB-572C-A92B-6891A408003C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FE27BD-8956-E9D7-EB7C-A0A9D3ABD040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1E39A0-9D61-BBDF-DE78-AA3384491204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A4CC130-0980-E2FF-B010-FA2D5F3FA71D}"/>
              </a:ext>
            </a:extLst>
          </p:cNvPr>
          <p:cNvSpPr txBox="1"/>
          <p:nvPr/>
        </p:nvSpPr>
        <p:spPr>
          <a:xfrm>
            <a:off x="10900411" y="612118"/>
            <a:ext cx="543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Karla" panose="020B0004030503030003" pitchFamily="34" charset="0"/>
              </a:rPr>
              <a:t>Menu</a:t>
            </a:r>
            <a:endParaRPr lang="en-US" sz="1100" dirty="0">
              <a:solidFill>
                <a:schemeClr val="bg1"/>
              </a:solidFill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A8BB6-ABA0-892D-1C58-ADA73B63E19A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Karla" panose="020B0004030503030003" pitchFamily="34" charset="0"/>
              </a:rPr>
              <a:t>Your Company</a:t>
            </a:r>
            <a:endParaRPr lang="en-US" sz="1100" dirty="0">
              <a:solidFill>
                <a:schemeClr val="bg1"/>
              </a:solidFill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A77B38-026E-5AC5-BFBB-FE3BA77ACD08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943A59-542B-9A6F-33D9-D0BDD74BB1BA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46647F1-8315-576B-5CEC-E7F654323D2C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520D3F6-DF28-2430-AD79-86F20AFF9AE8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74F8B2-0FFC-E4E6-0FFF-62DE75FAC876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Karla" panose="020B0004030503030003" pitchFamily="34" charset="0"/>
              </a:rPr>
              <a:t>The Future</a:t>
            </a:r>
            <a:endParaRPr lang="en-US" sz="1100" dirty="0">
              <a:solidFill>
                <a:schemeClr val="bg1"/>
              </a:solidFill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C6DFE6-ED36-68BF-2436-0C88C2279A0F}"/>
              </a:ext>
            </a:extLst>
          </p:cNvPr>
          <p:cNvSpPr txBox="1"/>
          <p:nvPr/>
        </p:nvSpPr>
        <p:spPr>
          <a:xfrm>
            <a:off x="6045200" y="5416034"/>
            <a:ext cx="561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7200" dirty="0">
                <a:solidFill>
                  <a:schemeClr val="bg1"/>
                </a:solidFill>
                <a:latin typeface="+mj-lt"/>
              </a:rPr>
              <a:t>Entertainment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021B483-3D61-DBBF-8B21-41DEF4240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399" y="4738255"/>
            <a:ext cx="1586345" cy="15863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00A32BA-9C3C-76E9-377C-80A98125B977}"/>
              </a:ext>
            </a:extLst>
          </p:cNvPr>
          <p:cNvSpPr txBox="1"/>
          <p:nvPr/>
        </p:nvSpPr>
        <p:spPr>
          <a:xfrm>
            <a:off x="4206586" y="437463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+mj-lt"/>
              </a:rPr>
              <a:t>AI in Media and </a:t>
            </a:r>
            <a:endParaRPr lang="en-US" sz="7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B153480-4BB5-C65F-3329-0E22E344796A}"/>
              </a:ext>
            </a:extLst>
          </p:cNvPr>
          <p:cNvGrpSpPr/>
          <p:nvPr/>
        </p:nvGrpSpPr>
        <p:grpSpPr>
          <a:xfrm rot="10800000">
            <a:off x="10864850" y="4706569"/>
            <a:ext cx="793750" cy="466538"/>
            <a:chOff x="2257662" y="3805349"/>
            <a:chExt cx="224393" cy="13189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3F06E3-EBBC-4321-A62E-8E7C307CC87B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D1D3C0-72B1-F3AB-77AE-29A1B180F85D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6A5D301-30E9-24D8-3E7B-9375E39D8B7C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DA9C439-6458-A3F8-562B-F64AF3B25B91}"/>
              </a:ext>
            </a:extLst>
          </p:cNvPr>
          <p:cNvSpPr txBox="1"/>
          <p:nvPr/>
        </p:nvSpPr>
        <p:spPr>
          <a:xfrm>
            <a:off x="6705600" y="1460500"/>
            <a:ext cx="1366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Karla Medium" panose="020B0004030503030003" pitchFamily="34" charset="0"/>
              </a:rPr>
              <a:t>AI in </a:t>
            </a:r>
          </a:p>
          <a:p>
            <a:r>
              <a:rPr lang="en-US" dirty="0">
                <a:solidFill>
                  <a:schemeClr val="bg1"/>
                </a:solidFill>
                <a:latin typeface="Karla Medium" panose="020B0004030503030003" pitchFamily="34" charset="0"/>
              </a:rPr>
              <a:t>gaming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9A2047-CBCA-294C-ACD2-BD14DCC5DDA2}"/>
              </a:ext>
            </a:extLst>
          </p:cNvPr>
          <p:cNvSpPr txBox="1"/>
          <p:nvPr/>
        </p:nvSpPr>
        <p:spPr>
          <a:xfrm>
            <a:off x="6648739" y="2873188"/>
            <a:ext cx="1742786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solidFill>
                  <a:schemeClr val="bg1"/>
                </a:solidFill>
                <a:effectLst/>
              </a:rPr>
              <a:t>Etiam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sit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nibh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</a:rPr>
              <a:t>Donec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loream</a:t>
            </a:r>
            <a:endParaRPr lang="en-US" sz="1200" b="0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A8ED7E-AA32-0487-A1E5-C803D6CD25F1}"/>
              </a:ext>
            </a:extLst>
          </p:cNvPr>
          <p:cNvSpPr txBox="1"/>
          <p:nvPr/>
        </p:nvSpPr>
        <p:spPr>
          <a:xfrm>
            <a:off x="431800" y="2897621"/>
            <a:ext cx="30861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Karla Medium" panose="020B0004030503030003" pitchFamily="34" charset="0"/>
              </a:rPr>
              <a:t>Facialrecognition</a:t>
            </a:r>
            <a:r>
              <a:rPr lang="en-US" sz="2800" dirty="0">
                <a:solidFill>
                  <a:schemeClr val="bg1"/>
                </a:solidFill>
                <a:latin typeface="Karla Medium" panose="020B0004030503030003" pitchFamily="34" charset="0"/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  <a:latin typeface="Karla Medium" panose="020B0004030503030003" pitchFamily="34" charset="0"/>
              </a:rPr>
              <a:t>in social media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D6ECCA-6DB4-C117-1E6C-7AFCAC6F78C3}"/>
              </a:ext>
            </a:extLst>
          </p:cNvPr>
          <p:cNvSpPr txBox="1"/>
          <p:nvPr/>
        </p:nvSpPr>
        <p:spPr>
          <a:xfrm>
            <a:off x="447674" y="1466663"/>
            <a:ext cx="4486275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solidFill>
                  <a:schemeClr val="bg1"/>
                </a:solidFill>
                <a:effectLst/>
              </a:rPr>
              <a:t>Etiam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sit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orci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eget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eros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faucibus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loream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ipsum dollar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solidFill>
                  <a:schemeClr val="bg1"/>
                </a:solidFill>
                <a:effectLst/>
              </a:rPr>
              <a:t>tincidunt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. Duis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leo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. Sed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fringilla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ma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ame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roice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donec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me 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solidFill>
                  <a:schemeClr val="bg1"/>
                </a:solidFill>
                <a:effectLst/>
              </a:rPr>
              <a:t>amet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nibh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. Donec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sodales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</a:rPr>
              <a:t>sagittis</a:t>
            </a:r>
            <a:r>
              <a:rPr lang="en-US" sz="1200" b="0" i="0" dirty="0">
                <a:solidFill>
                  <a:schemeClr val="bg1"/>
                </a:solidFill>
                <a:effectLst/>
              </a:rPr>
              <a:t>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3C7408E-5756-3239-3762-859FEF7234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655871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74C8FFE-AF1F-CBC1-764F-72BAA7D7C3C7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58E38A8-8A3A-8E20-2658-14069320761A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E0D046-1171-7587-85A5-76AC677E475A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5A67E6-A242-DD43-C35D-3E2EB1EB58CE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E6E762-945E-A4FB-70DD-2B2BB2462E69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2D162-A175-0277-178E-88D9B48B53E8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54469CD-529E-3B04-99E5-0CF3F108A7F3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3EBA7F-5D24-E8FD-A1C3-A24A6330237C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24AF92F-C7D2-89FE-C171-B3F60A7149F3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8A4BDB-8EAF-0AC8-B96F-6FBF4F0759F5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3F19BC-59D7-B9A5-B60E-A3D220714293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1D419-6EAD-F03E-029A-4FEB854A9459}"/>
              </a:ext>
            </a:extLst>
          </p:cNvPr>
          <p:cNvSpPr txBox="1"/>
          <p:nvPr/>
        </p:nvSpPr>
        <p:spPr>
          <a:xfrm>
            <a:off x="400050" y="127583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AI in Agriculture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26FB2506-5AB8-2758-AE1B-AB5B000E4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7800" y="5181600"/>
            <a:ext cx="1143000" cy="1143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35E54E8-DF3B-307B-4DDB-F0C63965DD56}"/>
              </a:ext>
            </a:extLst>
          </p:cNvPr>
          <p:cNvGrpSpPr/>
          <p:nvPr/>
        </p:nvGrpSpPr>
        <p:grpSpPr>
          <a:xfrm>
            <a:off x="542925" y="3998119"/>
            <a:ext cx="1103029" cy="364331"/>
            <a:chOff x="542926" y="4483894"/>
            <a:chExt cx="872330" cy="28813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D3EAC1F-E7D3-1682-C44A-CB3FB0710138}"/>
                </a:ext>
              </a:extLst>
            </p:cNvPr>
            <p:cNvSpPr/>
            <p:nvPr/>
          </p:nvSpPr>
          <p:spPr>
            <a:xfrm>
              <a:off x="542926" y="4483894"/>
              <a:ext cx="872330" cy="288131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3805E1C-D350-DE36-4FE3-A0FF82B76C12}"/>
                </a:ext>
              </a:extLst>
            </p:cNvPr>
            <p:cNvSpPr txBox="1"/>
            <p:nvPr/>
          </p:nvSpPr>
          <p:spPr>
            <a:xfrm>
              <a:off x="598486" y="4486275"/>
              <a:ext cx="758825" cy="267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Karla" panose="020B0004030503030003" pitchFamily="34" charset="0"/>
                </a:rPr>
                <a:t>World AI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BC3FC19-221F-4C6B-6187-3864EF0A28DB}"/>
              </a:ext>
            </a:extLst>
          </p:cNvPr>
          <p:cNvSpPr txBox="1"/>
          <p:nvPr/>
        </p:nvSpPr>
        <p:spPr>
          <a:xfrm>
            <a:off x="5472113" y="3530084"/>
            <a:ext cx="17192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Weather and </a:t>
            </a:r>
          </a:p>
          <a:p>
            <a:r>
              <a:rPr lang="en-US" sz="1500" dirty="0">
                <a:latin typeface="Karla Medium" panose="020B0004030503030003" pitchFamily="34" charset="0"/>
              </a:rPr>
              <a:t>Crop prediction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E127C3-59A1-2B81-CA96-B2B6D2260731}"/>
              </a:ext>
            </a:extLst>
          </p:cNvPr>
          <p:cNvSpPr txBox="1"/>
          <p:nvPr/>
        </p:nvSpPr>
        <p:spPr>
          <a:xfrm>
            <a:off x="5505450" y="4179927"/>
            <a:ext cx="2581275" cy="1447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Cullamcorper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nisi.Etiam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Maecenasloream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You men </a:t>
            </a:r>
            <a:r>
              <a:rPr lang="en-US" sz="1200" dirty="0" err="1"/>
              <a:t>manw</a:t>
            </a:r>
            <a:r>
              <a:rPr lang="en-US" sz="1200" b="0" i="0" dirty="0">
                <a:effectLst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6E0397-1F6F-CB41-0650-FC6DD1A76381}"/>
              </a:ext>
            </a:extLst>
          </p:cNvPr>
          <p:cNvSpPr txBox="1"/>
          <p:nvPr/>
        </p:nvSpPr>
        <p:spPr>
          <a:xfrm>
            <a:off x="438150" y="5514975"/>
            <a:ext cx="2397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Karla Medium" panose="020B0004030503030003" pitchFamily="34" charset="0"/>
              </a:rPr>
              <a:t>hands-on training in manufacturing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13D3316-C08F-0596-425F-9619D2B593FD}"/>
              </a:ext>
            </a:extLst>
          </p:cNvPr>
          <p:cNvCxnSpPr>
            <a:cxnSpLocks/>
          </p:cNvCxnSpPr>
          <p:nvPr/>
        </p:nvCxnSpPr>
        <p:spPr>
          <a:xfrm>
            <a:off x="542925" y="6286885"/>
            <a:ext cx="276225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DA27347-4D3F-395E-C8DB-F8D9326F6EA6}"/>
              </a:ext>
            </a:extLst>
          </p:cNvPr>
          <p:cNvGrpSpPr/>
          <p:nvPr/>
        </p:nvGrpSpPr>
        <p:grpSpPr>
          <a:xfrm rot="18900000">
            <a:off x="3138980" y="5987369"/>
            <a:ext cx="197693" cy="116197"/>
            <a:chOff x="2257662" y="3805349"/>
            <a:chExt cx="224393" cy="13189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6CDB67-0420-8197-72EB-12A40DBAF3A4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FAD200F-A3F8-8DCD-868F-DBF13741D9D0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D44A02E-06FD-7650-3B43-2E555962C6B2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E9E0962-BF0B-7104-2529-8C954586F3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320354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D6D1ED1-0B48-EB40-478B-8C13B93A9583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B9E4DD-D125-E96C-E30C-3F8E37B63732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7C6B1-337E-5405-2FED-C19A8993E153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D46318-6503-7143-5628-9DE51D96729A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B56E02-B2F3-E77A-A74E-128699BC2537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01C87-BC1E-083D-D6FA-B63EEF5093E6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C95917-EDF4-FAA0-41FB-667D2F75DB30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BDCEA9-EA7E-2E93-61DB-F05D67744FE7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3F988B-107C-D1D0-7BDD-908E2041B7F8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8F7B634-BBC8-2BB0-59BE-3C2108E1E752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A649BC-7C55-6B5A-2873-2923846690E2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51485-7E07-D17E-0906-9231BE9A1818}"/>
              </a:ext>
            </a:extLst>
          </p:cNvPr>
          <p:cNvSpPr txBox="1"/>
          <p:nvPr/>
        </p:nvSpPr>
        <p:spPr>
          <a:xfrm>
            <a:off x="533400" y="430750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200" dirty="0">
                <a:latin typeface="+mj-lt"/>
              </a:rPr>
              <a:t>AI in Security and </a:t>
            </a:r>
            <a:r>
              <a:rPr lang="en-GB" sz="7200" dirty="0" err="1">
                <a:latin typeface="+mj-lt"/>
              </a:rPr>
              <a:t>Defense</a:t>
            </a:r>
            <a:endParaRPr lang="en-US" sz="7200" dirty="0">
              <a:latin typeface="+mj-lt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A3A7701-D4EC-5AB4-9363-9590E2A50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74514" y="4840514"/>
            <a:ext cx="1484086" cy="14840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3D710D-670C-EBEB-6412-DC667FFA49D1}"/>
              </a:ext>
            </a:extLst>
          </p:cNvPr>
          <p:cNvSpPr txBox="1"/>
          <p:nvPr/>
        </p:nvSpPr>
        <p:spPr>
          <a:xfrm>
            <a:off x="533400" y="1466850"/>
            <a:ext cx="1803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Military drones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6640AE-C238-1FEE-10DE-9C70844511FE}"/>
              </a:ext>
            </a:extLst>
          </p:cNvPr>
          <p:cNvSpPr txBox="1"/>
          <p:nvPr/>
        </p:nvSpPr>
        <p:spPr>
          <a:xfrm>
            <a:off x="5417910" y="3014579"/>
            <a:ext cx="22225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Facial recognition </a:t>
            </a:r>
          </a:p>
          <a:p>
            <a:r>
              <a:rPr lang="en-US" sz="1500" dirty="0">
                <a:latin typeface="Karla Medium" panose="020B0004030503030003" pitchFamily="34" charset="0"/>
              </a:rPr>
              <a:t>systems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9AFFF9-AF23-3A55-2835-46299DDB69B1}"/>
              </a:ext>
            </a:extLst>
          </p:cNvPr>
          <p:cNvSpPr txBox="1"/>
          <p:nvPr/>
        </p:nvSpPr>
        <p:spPr>
          <a:xfrm>
            <a:off x="8024586" y="3031732"/>
            <a:ext cx="2768600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Cullamcorperultricies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Maecenas.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0D4EEF-99E0-00B0-F6B4-0BD3A17DB38E}"/>
              </a:ext>
            </a:extLst>
          </p:cNvPr>
          <p:cNvSpPr txBox="1"/>
          <p:nvPr/>
        </p:nvSpPr>
        <p:spPr>
          <a:xfrm>
            <a:off x="5446486" y="1430377"/>
            <a:ext cx="5513614" cy="61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Cullamcorperultricies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Maecenas. </a:t>
            </a:r>
            <a:r>
              <a:rPr lang="en-US" sz="1200" b="0" i="0" dirty="0" err="1">
                <a:effectLst/>
              </a:rPr>
              <a:t>Loream</a:t>
            </a:r>
            <a:r>
              <a:rPr lang="en-US" sz="1200" b="0" i="0" dirty="0">
                <a:effectLst/>
              </a:rPr>
              <a:t> ipsum dollar me </a:t>
            </a:r>
            <a:r>
              <a:rPr lang="en-US" sz="1200" b="0" i="0" dirty="0" err="1">
                <a:effectLst/>
              </a:rPr>
              <a:t>aneunmein</a:t>
            </a:r>
            <a:r>
              <a:rPr lang="en-US" sz="1200" b="0" i="0" dirty="0">
                <a:effectLst/>
              </a:rPr>
              <a:t>.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CA2AF14-DCDB-E0F4-1D28-1DD3C17E3F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510198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AE4CD40-CFF9-6030-0C9E-6E3B0A36213A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16C6C7-8578-292C-10A7-A1D7C1A477E6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6B30AB-F7A4-991B-3C9C-67CCCF5F976B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C8F85D-A55C-5018-BE5D-2DD078400F16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4BB894C-E301-609D-A874-5A63004D762D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39281-89C8-7513-3475-9D61CDBDCD35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6F4DE8-8503-1D6E-CA01-817349CDA1C5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A489F8-7597-0206-DCB5-856405646312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6FBBED6-0989-F320-CE3B-F2C6115EE88D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78F66CF-1F82-D810-EA8B-92972AF47573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27222-C922-AE1C-44C6-8D0535868CAD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D575F8-84BD-1BE3-954F-F2800050F481}"/>
              </a:ext>
            </a:extLst>
          </p:cNvPr>
          <p:cNvSpPr txBox="1"/>
          <p:nvPr/>
        </p:nvSpPr>
        <p:spPr>
          <a:xfrm>
            <a:off x="533400" y="1302594"/>
            <a:ext cx="5757101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100" dirty="0">
                <a:latin typeface="+mj-lt"/>
              </a:rPr>
              <a:t>AI in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C6F6C75-AD89-6284-6D9C-1BC3F4A90874}"/>
              </a:ext>
            </a:extLst>
          </p:cNvPr>
          <p:cNvSpPr txBox="1"/>
          <p:nvPr/>
        </p:nvSpPr>
        <p:spPr>
          <a:xfrm>
            <a:off x="460747" y="2435162"/>
            <a:ext cx="43017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100" dirty="0">
                <a:latin typeface="+mj-lt"/>
              </a:rPr>
              <a:t>Everyday </a:t>
            </a:r>
          </a:p>
          <a:p>
            <a:r>
              <a:rPr lang="en-US" sz="8100" dirty="0">
                <a:latin typeface="+mj-lt"/>
              </a:rPr>
              <a:t>Life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88BDBFF5-4CC6-D822-2CBC-B360C9081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" y="5397500"/>
            <a:ext cx="927100" cy="9271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C5C94EFB-D319-498B-BD6C-4402CCE253B9}"/>
              </a:ext>
            </a:extLst>
          </p:cNvPr>
          <p:cNvSpPr txBox="1"/>
          <p:nvPr/>
        </p:nvSpPr>
        <p:spPr>
          <a:xfrm>
            <a:off x="5397500" y="4768850"/>
            <a:ext cx="15525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Karla Medium" panose="020B0004030503030003" pitchFamily="34" charset="0"/>
              </a:rPr>
              <a:t>Virtual assistants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5D2F0A-B36A-6461-A43A-4CA89C25EBFD}"/>
              </a:ext>
            </a:extLst>
          </p:cNvPr>
          <p:cNvSpPr txBox="1"/>
          <p:nvPr/>
        </p:nvSpPr>
        <p:spPr>
          <a:xfrm>
            <a:off x="5387975" y="5494377"/>
            <a:ext cx="3146425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loream</a:t>
            </a:r>
            <a:r>
              <a:rPr lang="en-US" sz="1200" b="0" i="0" dirty="0">
                <a:effectLst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ispum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dirty="0" err="1"/>
              <a:t>Loream</a:t>
            </a:r>
            <a:r>
              <a:rPr lang="en-US" sz="1200" dirty="0"/>
              <a:t> </a:t>
            </a:r>
            <a:r>
              <a:rPr lang="en-US" sz="1200" b="0" i="0" dirty="0">
                <a:effectLst/>
              </a:rPr>
              <a:t>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B215F0-E544-FE72-0B08-388E4632EFB4}"/>
              </a:ext>
            </a:extLst>
          </p:cNvPr>
          <p:cNvSpPr txBox="1"/>
          <p:nvPr/>
        </p:nvSpPr>
        <p:spPr>
          <a:xfrm>
            <a:off x="9486900" y="4768850"/>
            <a:ext cx="2000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Karla Medium" panose="020B0004030503030003" pitchFamily="34" charset="0"/>
              </a:rPr>
              <a:t>Product recommendations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7B9BFED-CB2E-3712-20A7-9FBA86F22150}"/>
              </a:ext>
            </a:extLst>
          </p:cNvPr>
          <p:cNvSpPr txBox="1"/>
          <p:nvPr/>
        </p:nvSpPr>
        <p:spPr>
          <a:xfrm>
            <a:off x="9477375" y="5468977"/>
            <a:ext cx="2295525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Cullamcorpe</a:t>
            </a:r>
            <a:endParaRPr lang="en-US" sz="1200" b="0" i="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sz="1200" dirty="0" err="1"/>
              <a:t>Loream</a:t>
            </a:r>
            <a:r>
              <a:rPr lang="en-US" sz="1200" dirty="0"/>
              <a:t>.</a:t>
            </a:r>
            <a:r>
              <a:rPr lang="en-US" sz="1200" b="0" i="0" dirty="0">
                <a:effectLst/>
              </a:rPr>
              <a:t> 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925709BE-7E4E-79B8-B539-8E87ABA6F031}"/>
              </a:ext>
            </a:extLst>
          </p:cNvPr>
          <p:cNvSpPr/>
          <p:nvPr/>
        </p:nvSpPr>
        <p:spPr>
          <a:xfrm>
            <a:off x="10696575" y="1562100"/>
            <a:ext cx="919956" cy="28813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16B6771-2CC6-411C-AE8E-F0496BA51567}"/>
              </a:ext>
            </a:extLst>
          </p:cNvPr>
          <p:cNvSpPr txBox="1"/>
          <p:nvPr/>
        </p:nvSpPr>
        <p:spPr>
          <a:xfrm>
            <a:off x="10809286" y="1562100"/>
            <a:ext cx="75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Karla" panose="020B0004030503030003" pitchFamily="34" charset="0"/>
              </a:rPr>
              <a:t>World AI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C59CA7B-B45A-3EA3-A8D1-A1DF3CFBF188}"/>
              </a:ext>
            </a:extLst>
          </p:cNvPr>
          <p:cNvSpPr/>
          <p:nvPr/>
        </p:nvSpPr>
        <p:spPr>
          <a:xfrm>
            <a:off x="10696575" y="2006600"/>
            <a:ext cx="938214" cy="2881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F2604A-DCC2-E56B-758A-4A542295750F}"/>
              </a:ext>
            </a:extLst>
          </p:cNvPr>
          <p:cNvSpPr txBox="1"/>
          <p:nvPr/>
        </p:nvSpPr>
        <p:spPr>
          <a:xfrm>
            <a:off x="10703718" y="1989931"/>
            <a:ext cx="1157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Karla" panose="020B0004030503030003" pitchFamily="34" charset="0"/>
              </a:rPr>
              <a:t>Company</a:t>
            </a:r>
            <a:endParaRPr lang="en-US" sz="1400" dirty="0">
              <a:latin typeface="Karla" panose="020B0004030503030003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E514CB9-5BC1-C0AF-F47E-8500A18DC3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486472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E704E26-449D-93D7-C624-D4E925964191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C4724E-B18B-F04A-D1A2-F7BE0F71884A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AB3BD8-2CD0-0AEC-7F07-162E73C264DF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13627C-27CA-9CEF-EFBF-7FA3D865EFC4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F91B034-A854-3ADA-FBEA-ADFD9513194E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D4DF6F-BE4A-A108-A8A4-B0D103A0EA70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184C89-D7F9-09A6-DB58-7D382A0EBA05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C4C142-07E6-CB53-6422-D88D737E3648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4471E6E-F8AD-80F5-3DF1-17C330CC4CB3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F71125-9A9E-B3B9-070D-77988AB5E8C1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197FEF-120A-C6B4-47C5-AA490A4D28F9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C2CFB-00FA-8CA5-3A72-8AEAD3AD34C3}"/>
              </a:ext>
            </a:extLst>
          </p:cNvPr>
          <p:cNvSpPr txBox="1"/>
          <p:nvPr/>
        </p:nvSpPr>
        <p:spPr>
          <a:xfrm>
            <a:off x="6037941" y="4466772"/>
            <a:ext cx="586377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600" dirty="0">
                <a:latin typeface="+mj-lt"/>
              </a:rPr>
              <a:t>Ethics and Challenges of AI</a:t>
            </a:r>
            <a:endParaRPr lang="en-US" sz="6600" dirty="0"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49CA55A-A458-7CFD-33E5-ED237BB66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2357" y="1562099"/>
            <a:ext cx="1326243" cy="132624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C805C27-5B90-29C9-BE63-99D1A67C51D6}"/>
              </a:ext>
            </a:extLst>
          </p:cNvPr>
          <p:cNvGrpSpPr/>
          <p:nvPr/>
        </p:nvGrpSpPr>
        <p:grpSpPr>
          <a:xfrm rot="10800000">
            <a:off x="10864850" y="4721084"/>
            <a:ext cx="793750" cy="466538"/>
            <a:chOff x="2257662" y="3805349"/>
            <a:chExt cx="224393" cy="13189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ED248F-6A3F-E206-B9FF-54875E840820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6C93174-AC70-C9C4-A5DE-701E62EDEC0F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7040950-0B0C-6156-9200-C5837CEC4F1B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4D9564D-A575-B414-CF2C-6E9328BC108F}"/>
              </a:ext>
            </a:extLst>
          </p:cNvPr>
          <p:cNvSpPr txBox="1"/>
          <p:nvPr/>
        </p:nvSpPr>
        <p:spPr>
          <a:xfrm>
            <a:off x="417286" y="5332335"/>
            <a:ext cx="10605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Bias in AI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AA29B8-0EA3-10FB-F1E4-7786C421F014}"/>
              </a:ext>
            </a:extLst>
          </p:cNvPr>
          <p:cNvSpPr txBox="1"/>
          <p:nvPr/>
        </p:nvSpPr>
        <p:spPr>
          <a:xfrm>
            <a:off x="439056" y="1472375"/>
            <a:ext cx="29691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Privacy and </a:t>
            </a:r>
          </a:p>
          <a:p>
            <a:r>
              <a:rPr lang="en-US" sz="1500" dirty="0">
                <a:latin typeface="Karla Medium" panose="020B0004030503030003" pitchFamily="34" charset="0"/>
              </a:rPr>
              <a:t>security concerns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7A6F34-652E-966E-F0FF-70D4FEBE6268}"/>
              </a:ext>
            </a:extLst>
          </p:cNvPr>
          <p:cNvSpPr txBox="1"/>
          <p:nvPr/>
        </p:nvSpPr>
        <p:spPr>
          <a:xfrm>
            <a:off x="436418" y="2286199"/>
            <a:ext cx="6100618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venenatis</a:t>
            </a:r>
            <a:r>
              <a:rPr lang="en-US" sz="1200" b="0" i="0" dirty="0">
                <a:effectLst/>
              </a:rPr>
              <a:t> vitae, </a:t>
            </a:r>
            <a:r>
              <a:rPr lang="en-US" sz="1200" b="0" i="0" dirty="0" err="1">
                <a:effectLst/>
              </a:rPr>
              <a:t>justo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Nullam</a:t>
            </a:r>
            <a:r>
              <a:rPr lang="en-US" sz="1200" b="0" i="0" dirty="0">
                <a:effectLst/>
              </a:rPr>
              <a:t> dictum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felis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eu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pede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mollis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pretium</a:t>
            </a:r>
            <a:r>
              <a:rPr lang="en-US" sz="1200" b="0" i="0" dirty="0">
                <a:effectLst/>
              </a:rPr>
              <a:t>. Integer se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mper</a:t>
            </a:r>
            <a:r>
              <a:rPr lang="en-US" sz="1200" b="0" i="0" dirty="0">
                <a:effectLst/>
              </a:rPr>
              <a:t> nisi. Aenean </a:t>
            </a:r>
            <a:r>
              <a:rPr lang="en-US" sz="1200" b="0" i="0" dirty="0" err="1">
                <a:effectLst/>
              </a:rPr>
              <a:t>vulputate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eleif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5888AD-7F05-3912-60A7-C8C33C407748}"/>
              </a:ext>
            </a:extLst>
          </p:cNvPr>
          <p:cNvSpPr txBox="1"/>
          <p:nvPr/>
        </p:nvSpPr>
        <p:spPr>
          <a:xfrm>
            <a:off x="436418" y="5707700"/>
            <a:ext cx="1992457" cy="61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venenatis</a:t>
            </a:r>
            <a:r>
              <a:rPr lang="en-US" sz="1200" b="0" i="0" dirty="0">
                <a:effectLst/>
              </a:rPr>
              <a:t> vitae, </a:t>
            </a:r>
            <a:r>
              <a:rPr lang="en-US" sz="1200" b="0" i="0" dirty="0" err="1">
                <a:effectLst/>
              </a:rPr>
              <a:t>justo</a:t>
            </a:r>
            <a:r>
              <a:rPr lang="en-US" sz="1200" b="0" i="0" dirty="0">
                <a:effectLst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felis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eu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pede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mollis</a:t>
            </a:r>
            <a:endParaRPr lang="en-US" sz="1200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696C53E-1CDE-3EC6-DA77-A21471A18A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163313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52B401-4609-F1BE-FD78-B1BC9CE19A94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D6FF7DE-56B9-9C06-9FCB-F06EF2935C6E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F1D978-2BB2-ABF9-0509-6E89A64EB5BA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D78C2B-9234-FA6C-AD0F-3A1EB993CFE0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5373B60-170A-9AD4-548E-B3058A0171ED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9064B-1A44-CB0C-8659-43647937653D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422550B-CA42-AD0B-309C-D21AE9D68EF9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DC28A8A-8D03-4314-739A-B2A293598A10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7333D86-009F-0B61-2736-7CD15EC22CF2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1697BA-8EC8-326A-9D86-120AB8A40835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FCB787-3E3D-14F7-8BA8-3B966DC7E91E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1A4B04-ABE9-ADCE-9A6A-882533D0D18A}"/>
              </a:ext>
            </a:extLst>
          </p:cNvPr>
          <p:cNvSpPr txBox="1"/>
          <p:nvPr/>
        </p:nvSpPr>
        <p:spPr>
          <a:xfrm>
            <a:off x="431800" y="1317562"/>
            <a:ext cx="6096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>
                <a:latin typeface="+mj-lt"/>
              </a:rPr>
              <a:t>AI and Data Privacy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1B6445-BC93-A931-74F0-67DB7A95D954}"/>
              </a:ext>
            </a:extLst>
          </p:cNvPr>
          <p:cNvSpPr txBox="1"/>
          <p:nvPr/>
        </p:nvSpPr>
        <p:spPr>
          <a:xfrm>
            <a:off x="4785755" y="3437831"/>
            <a:ext cx="238397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Use of personal 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9D8B67-0A88-FC32-4898-4C20B25DD375}"/>
              </a:ext>
            </a:extLst>
          </p:cNvPr>
          <p:cNvSpPr txBox="1"/>
          <p:nvPr/>
        </p:nvSpPr>
        <p:spPr>
          <a:xfrm>
            <a:off x="4776229" y="4046337"/>
            <a:ext cx="3428547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loream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Cullamcorperultricies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nisi.Etiam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Maecenas.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551CDF-0836-DB2B-1ECC-42D2FEA40A96}"/>
              </a:ext>
            </a:extLst>
          </p:cNvPr>
          <p:cNvSpPr txBox="1"/>
          <p:nvPr/>
        </p:nvSpPr>
        <p:spPr>
          <a:xfrm>
            <a:off x="8772979" y="3437831"/>
            <a:ext cx="288562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Regulations and privacy policies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5D3182-E820-A2FD-DDC4-B560AF4530F5}"/>
              </a:ext>
            </a:extLst>
          </p:cNvPr>
          <p:cNvSpPr txBox="1"/>
          <p:nvPr/>
        </p:nvSpPr>
        <p:spPr>
          <a:xfrm>
            <a:off x="8763453" y="4046337"/>
            <a:ext cx="3428547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loream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nisi vel </a:t>
            </a:r>
            <a:r>
              <a:rPr lang="en-US" sz="1200" b="0" i="0" dirty="0" err="1">
                <a:effectLst/>
              </a:rPr>
              <a:t>augue</a:t>
            </a:r>
            <a:r>
              <a:rPr lang="en-US" sz="1200" b="0" i="0" dirty="0">
                <a:effectLst/>
              </a:rPr>
              <a:t>. </a:t>
            </a:r>
            <a:r>
              <a:rPr lang="en-US" sz="1200" b="0" i="0" dirty="0" err="1">
                <a:effectLst/>
              </a:rPr>
              <a:t>Cullamcorperultricies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nisi.Etiam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Maecenas.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1C7844-4A19-C3ED-5B7C-EBFAFCC0C4C4}"/>
              </a:ext>
            </a:extLst>
          </p:cNvPr>
          <p:cNvSpPr/>
          <p:nvPr/>
        </p:nvSpPr>
        <p:spPr>
          <a:xfrm>
            <a:off x="9670259" y="1562100"/>
            <a:ext cx="872330" cy="28813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6F196E-1527-CD72-F34D-C49379ADB4C0}"/>
              </a:ext>
            </a:extLst>
          </p:cNvPr>
          <p:cNvSpPr txBox="1"/>
          <p:nvPr/>
        </p:nvSpPr>
        <p:spPr>
          <a:xfrm>
            <a:off x="9725819" y="1564481"/>
            <a:ext cx="758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Karla" panose="020B0004030503030003" pitchFamily="34" charset="0"/>
              </a:rPr>
              <a:t>World AI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B1E376A-250D-DE72-5FCD-17AF123730C1}"/>
              </a:ext>
            </a:extLst>
          </p:cNvPr>
          <p:cNvSpPr/>
          <p:nvPr/>
        </p:nvSpPr>
        <p:spPr>
          <a:xfrm>
            <a:off x="10762459" y="1562100"/>
            <a:ext cx="872330" cy="2881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BEA176-D109-61D7-E83A-A6D1EC17347A}"/>
              </a:ext>
            </a:extLst>
          </p:cNvPr>
          <p:cNvSpPr txBox="1"/>
          <p:nvPr/>
        </p:nvSpPr>
        <p:spPr>
          <a:xfrm>
            <a:off x="10777537" y="1562100"/>
            <a:ext cx="881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Karla" panose="020B0004030503030003" pitchFamily="34" charset="0"/>
              </a:rPr>
              <a:t>Company</a:t>
            </a:r>
            <a:endParaRPr lang="en-US" sz="1200" dirty="0">
              <a:latin typeface="Karla" panose="020B00040305030300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D402B6-8218-8062-4431-7D2464E6657A}"/>
              </a:ext>
            </a:extLst>
          </p:cNvPr>
          <p:cNvSpPr txBox="1"/>
          <p:nvPr/>
        </p:nvSpPr>
        <p:spPr>
          <a:xfrm>
            <a:off x="428625" y="3430731"/>
            <a:ext cx="1666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Karla Medium" panose="020B0004030503030003" pitchFamily="34" charset="0"/>
              </a:rPr>
              <a:t>Hands-on </a:t>
            </a:r>
            <a:r>
              <a:rPr lang="en-US" dirty="0" err="1">
                <a:latin typeface="Karla Medium" panose="020B0004030503030003" pitchFamily="34" charset="0"/>
              </a:rPr>
              <a:t>manufactu</a:t>
            </a:r>
            <a:endParaRPr lang="en-US" dirty="0">
              <a:latin typeface="Karla Medium" panose="020B00040305030300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9D4704-EF03-BF1A-D1D6-F31EDF6C099C}"/>
              </a:ext>
            </a:extLst>
          </p:cNvPr>
          <p:cNvSpPr txBox="1"/>
          <p:nvPr/>
        </p:nvSpPr>
        <p:spPr>
          <a:xfrm>
            <a:off x="4782993" y="5442825"/>
            <a:ext cx="18923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surgical robots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7E9045-CEB5-6831-7B35-A4A1E534538B}"/>
              </a:ext>
            </a:extLst>
          </p:cNvPr>
          <p:cNvSpPr txBox="1"/>
          <p:nvPr/>
        </p:nvSpPr>
        <p:spPr>
          <a:xfrm>
            <a:off x="4788304" y="5725798"/>
            <a:ext cx="17386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76%</a:t>
            </a:r>
            <a:endParaRPr lang="en-US" sz="4800" dirty="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09784D-6901-559C-95FA-99A17D0EC25C}"/>
              </a:ext>
            </a:extLst>
          </p:cNvPr>
          <p:cNvSpPr txBox="1"/>
          <p:nvPr/>
        </p:nvSpPr>
        <p:spPr>
          <a:xfrm>
            <a:off x="8751166" y="5442825"/>
            <a:ext cx="18923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surgical robots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18D8B7-31E4-1AEE-07EF-2A4B691D7307}"/>
              </a:ext>
            </a:extLst>
          </p:cNvPr>
          <p:cNvSpPr txBox="1"/>
          <p:nvPr/>
        </p:nvSpPr>
        <p:spPr>
          <a:xfrm>
            <a:off x="8756477" y="5725798"/>
            <a:ext cx="17386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dirty="0">
                <a:latin typeface="+mj-lt"/>
              </a:rPr>
              <a:t>90%</a:t>
            </a:r>
            <a:endParaRPr lang="en-US" sz="4800" dirty="0">
              <a:latin typeface="+mj-lt"/>
            </a:endParaRP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EC09B87-239B-4584-4FBC-65BE0641BE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731881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5598C43-C5BA-850E-83FC-D79F7F9C9588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EEBD35-4930-FCB5-90AD-E4976006E5FE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029EAB-1B7D-E0D1-F018-EE48970BC679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5CC57E-7FA5-813C-BCF5-A75D22F95C0C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C85E91F-D5EC-68AA-9A56-38DB13EEFB83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068D90-F750-63A5-5B1B-EA502F627E39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49B08B7-E8F2-8F34-9C95-580836740C7B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8B7B69-D559-C437-26DA-AE9D49C1F7D7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E0F96E0-A77A-A717-8750-7E43170A9502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705BC6-2066-41C0-76D1-1F09508EC40C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E50B7A-78CC-09B4-AF1A-4DE3E27DA5EC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CF1135-41AC-7DB7-80CD-6F3DD6DE5AD0}"/>
              </a:ext>
            </a:extLst>
          </p:cNvPr>
          <p:cNvSpPr txBox="1"/>
          <p:nvPr/>
        </p:nvSpPr>
        <p:spPr>
          <a:xfrm>
            <a:off x="533400" y="137561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200" dirty="0">
                <a:latin typeface="+mj-lt"/>
              </a:rPr>
              <a:t>AI and the Future of Work</a:t>
            </a:r>
            <a:endParaRPr lang="en-US" sz="7200" dirty="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AF24B-97A3-1134-5E3C-68CA23231AF5}"/>
              </a:ext>
            </a:extLst>
          </p:cNvPr>
          <p:cNvSpPr txBox="1"/>
          <p:nvPr/>
        </p:nvSpPr>
        <p:spPr>
          <a:xfrm>
            <a:off x="5402490" y="4680200"/>
            <a:ext cx="22479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Karla Medium" panose="020B0004030503030003" pitchFamily="34" charset="0"/>
              </a:rPr>
              <a:t>Skills needed in the</a:t>
            </a:r>
          </a:p>
          <a:p>
            <a:r>
              <a:rPr lang="en-GB" sz="1500" dirty="0">
                <a:latin typeface="Karla Medium" panose="020B0004030503030003" pitchFamily="34" charset="0"/>
              </a:rPr>
              <a:t> AI era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1508B0-CED9-815E-D918-10DDE027F0D8}"/>
              </a:ext>
            </a:extLst>
          </p:cNvPr>
          <p:cNvSpPr txBox="1"/>
          <p:nvPr/>
        </p:nvSpPr>
        <p:spPr>
          <a:xfrm>
            <a:off x="5405665" y="5430701"/>
            <a:ext cx="2940050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aliquet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nec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vulputate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loream</a:t>
            </a:r>
            <a:r>
              <a:rPr lang="en-US" sz="1200" b="0" i="0" dirty="0">
                <a:effectLst/>
              </a:rPr>
              <a:t> Ipsum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arcu</a:t>
            </a:r>
            <a:r>
              <a:rPr lang="en-US" sz="1200" b="0" i="0" dirty="0">
                <a:effectLst/>
              </a:rPr>
              <a:t>. In </a:t>
            </a:r>
            <a:r>
              <a:rPr lang="en-US" sz="1200" b="0" i="0" dirty="0" err="1">
                <a:effectLst/>
              </a:rPr>
              <a:t>enim</a:t>
            </a:r>
            <a:r>
              <a:rPr lang="en-US" sz="1200" b="0" i="0" dirty="0">
                <a:effectLst/>
              </a:rPr>
              <a:t> dollar me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justo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rhoncus</a:t>
            </a:r>
            <a:endParaRPr lang="en-US" sz="1200" b="0" i="0" dirty="0"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D287F-7BA6-6630-DDD7-9EB1E1765BDE}"/>
              </a:ext>
            </a:extLst>
          </p:cNvPr>
          <p:cNvSpPr txBox="1"/>
          <p:nvPr/>
        </p:nvSpPr>
        <p:spPr>
          <a:xfrm>
            <a:off x="9002033" y="4680200"/>
            <a:ext cx="22479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Workforce adaptation to AI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3C0191-64A9-1B44-8FA0-087EC74FBC74}"/>
              </a:ext>
            </a:extLst>
          </p:cNvPr>
          <p:cNvSpPr txBox="1"/>
          <p:nvPr/>
        </p:nvSpPr>
        <p:spPr>
          <a:xfrm>
            <a:off x="9005208" y="5430701"/>
            <a:ext cx="2940050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aliquet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nec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vulputate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loream</a:t>
            </a:r>
            <a:r>
              <a:rPr lang="en-US" sz="1200" b="0" i="0" dirty="0">
                <a:effectLst/>
              </a:rPr>
              <a:t> Ipsum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arcu</a:t>
            </a:r>
            <a:r>
              <a:rPr lang="en-US" sz="1200" b="0" i="0" dirty="0">
                <a:effectLst/>
              </a:rPr>
              <a:t>. In </a:t>
            </a:r>
            <a:r>
              <a:rPr lang="en-US" sz="1200" b="0" i="0" dirty="0" err="1">
                <a:effectLst/>
              </a:rPr>
              <a:t>enim</a:t>
            </a:r>
            <a:r>
              <a:rPr lang="en-US" sz="1200" b="0" i="0" dirty="0">
                <a:effectLst/>
              </a:rPr>
              <a:t> dollar me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justo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rhoncus</a:t>
            </a:r>
            <a:endParaRPr lang="en-US" sz="1200" b="0" i="0" dirty="0"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A96610-3288-F80B-308B-6F0E44E3EA25}"/>
              </a:ext>
            </a:extLst>
          </p:cNvPr>
          <p:cNvSpPr txBox="1"/>
          <p:nvPr/>
        </p:nvSpPr>
        <p:spPr>
          <a:xfrm>
            <a:off x="1890033" y="4680200"/>
            <a:ext cx="22479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Karla Medium" panose="020B0004030503030003" pitchFamily="34" charset="0"/>
              </a:rPr>
              <a:t>Job </a:t>
            </a:r>
          </a:p>
          <a:p>
            <a:r>
              <a:rPr lang="en-US" sz="1500" dirty="0">
                <a:latin typeface="Karla Medium" panose="020B0004030503030003" pitchFamily="34" charset="0"/>
              </a:rPr>
              <a:t>automation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37BFFC-2BF6-AB5A-6E3E-ACDFDAB0C450}"/>
              </a:ext>
            </a:extLst>
          </p:cNvPr>
          <p:cNvSpPr txBox="1"/>
          <p:nvPr/>
        </p:nvSpPr>
        <p:spPr>
          <a:xfrm>
            <a:off x="1893208" y="5430701"/>
            <a:ext cx="2940050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aliquet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nec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vulputate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loream</a:t>
            </a:r>
            <a:r>
              <a:rPr lang="en-US" sz="1200" b="0" i="0" dirty="0">
                <a:effectLst/>
              </a:rPr>
              <a:t> Ipsum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arcu</a:t>
            </a:r>
            <a:r>
              <a:rPr lang="en-US" sz="1200" b="0" i="0" dirty="0">
                <a:effectLst/>
              </a:rPr>
              <a:t>. In </a:t>
            </a:r>
            <a:r>
              <a:rPr lang="en-US" sz="1200" b="0" i="0" dirty="0" err="1">
                <a:effectLst/>
              </a:rPr>
              <a:t>enim</a:t>
            </a:r>
            <a:r>
              <a:rPr lang="en-US" sz="1200" b="0" i="0" dirty="0">
                <a:effectLst/>
              </a:rPr>
              <a:t> dollar me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justo</a:t>
            </a:r>
            <a:r>
              <a:rPr lang="en-US" sz="1200" b="0" i="0" dirty="0">
                <a:effectLst/>
              </a:rPr>
              <a:t>, </a:t>
            </a:r>
            <a:r>
              <a:rPr lang="en-US" sz="1200" b="0" i="0" dirty="0" err="1">
                <a:effectLst/>
              </a:rPr>
              <a:t>rhoncus</a:t>
            </a:r>
            <a:endParaRPr lang="en-US" sz="1200" b="0" i="0" dirty="0">
              <a:effectLst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5FF2C3-302C-0D27-2360-189C6AD1A9CD}"/>
              </a:ext>
            </a:extLst>
          </p:cNvPr>
          <p:cNvGrpSpPr/>
          <p:nvPr/>
        </p:nvGrpSpPr>
        <p:grpSpPr>
          <a:xfrm>
            <a:off x="533400" y="4738181"/>
            <a:ext cx="508000" cy="298585"/>
            <a:chOff x="2257662" y="3805349"/>
            <a:chExt cx="224393" cy="13189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2A9F804-52B4-F534-2946-7455E63EA06B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756B1FB-3405-3D7B-E651-83C8B788556B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09876E5-1AD6-512F-C573-61893A47105D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5" name="Graphic 24">
            <a:extLst>
              <a:ext uri="{FF2B5EF4-FFF2-40B4-BE49-F238E27FC236}">
                <a16:creationId xmlns:a16="http://schemas.microsoft.com/office/drawing/2014/main" id="{BE6D2B39-43BB-F4D1-45E0-9B8DA5E6D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1399" y="1562099"/>
            <a:ext cx="1727201" cy="172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97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98D7032-1755-35D0-DF9D-22FC6B04F3E4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4F6DEDB-A71A-01A3-1D00-0649F16965ED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793233-F5E7-D9AA-577F-24F924D7E5ED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607561E-E714-1BB4-DF1E-9021AEE42C7F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6C2359-B492-4768-3B23-C882E0018715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7FA00-E7A0-F871-C2F6-66A63CF8CF5D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012997-ED7C-9E8C-B775-99A272B7650F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E9496A-715F-F54E-62C4-47ADADD08927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FAD84A3-8CB4-1158-A0B0-9DFF66B8D1AD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CAEBA7C-48EB-2BD6-4124-CF1715D9A727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597D50-132E-6FA0-D8AA-C8F6F280172E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183B3-891E-0089-A5C8-ADA21ED23FE4}"/>
              </a:ext>
            </a:extLst>
          </p:cNvPr>
          <p:cNvSpPr txBox="1"/>
          <p:nvPr/>
        </p:nvSpPr>
        <p:spPr>
          <a:xfrm>
            <a:off x="533400" y="1212334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AI and Government Regulations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03C73A-DA64-207E-C518-9EEACEF93A91}"/>
              </a:ext>
            </a:extLst>
          </p:cNvPr>
          <p:cNvSpPr/>
          <p:nvPr/>
        </p:nvSpPr>
        <p:spPr>
          <a:xfrm>
            <a:off x="533400" y="6047601"/>
            <a:ext cx="872330" cy="28813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6AA660-B58D-28FD-9640-DC66A51C01A4}"/>
              </a:ext>
            </a:extLst>
          </p:cNvPr>
          <p:cNvSpPr txBox="1"/>
          <p:nvPr/>
        </p:nvSpPr>
        <p:spPr>
          <a:xfrm>
            <a:off x="588960" y="6049982"/>
            <a:ext cx="758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Karla" panose="020B0004030503030003" pitchFamily="34" charset="0"/>
              </a:rPr>
              <a:t>World AI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EEEB27F-0542-B882-8265-6C11EF74FAAC}"/>
              </a:ext>
            </a:extLst>
          </p:cNvPr>
          <p:cNvSpPr/>
          <p:nvPr/>
        </p:nvSpPr>
        <p:spPr>
          <a:xfrm>
            <a:off x="1625600" y="6047601"/>
            <a:ext cx="872330" cy="2881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44D840-779F-5427-B5FF-6A275F063F79}"/>
              </a:ext>
            </a:extLst>
          </p:cNvPr>
          <p:cNvSpPr txBox="1"/>
          <p:nvPr/>
        </p:nvSpPr>
        <p:spPr>
          <a:xfrm>
            <a:off x="1640678" y="6047601"/>
            <a:ext cx="881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Karla" panose="020B0004030503030003" pitchFamily="34" charset="0"/>
              </a:rPr>
              <a:t>Company</a:t>
            </a:r>
            <a:endParaRPr lang="en-US" sz="1200" dirty="0">
              <a:latin typeface="Karla" panose="020B00040305030300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F3A08E-82B3-8990-904B-4B30C79966B2}"/>
              </a:ext>
            </a:extLst>
          </p:cNvPr>
          <p:cNvSpPr txBox="1"/>
          <p:nvPr/>
        </p:nvSpPr>
        <p:spPr>
          <a:xfrm>
            <a:off x="6160293" y="4692134"/>
            <a:ext cx="22479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Karla Medium" panose="020B0004030503030003" pitchFamily="34" charset="0"/>
              </a:rPr>
              <a:t>AI policies in different countries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B5737D-A629-40FE-4D85-2EB37B9814AE}"/>
              </a:ext>
            </a:extLst>
          </p:cNvPr>
          <p:cNvSpPr txBox="1"/>
          <p:nvPr/>
        </p:nvSpPr>
        <p:spPr>
          <a:xfrm>
            <a:off x="6184900" y="5438588"/>
            <a:ext cx="3829050" cy="88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Etiam</a:t>
            </a:r>
            <a:r>
              <a:rPr lang="en-US" sz="1200" b="0" i="0" dirty="0">
                <a:effectLst/>
              </a:rPr>
              <a:t> sit </a:t>
            </a: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orci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 eros </a:t>
            </a:r>
            <a:r>
              <a:rPr lang="en-US" sz="1200" b="0" i="0" dirty="0" err="1">
                <a:effectLst/>
              </a:rPr>
              <a:t>faucibus</a:t>
            </a:r>
            <a:r>
              <a:rPr lang="en-US" sz="1200" b="0" i="0" dirty="0">
                <a:effectLst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tincidunt</a:t>
            </a:r>
            <a:r>
              <a:rPr lang="en-US" sz="1200" b="0" i="0" dirty="0">
                <a:effectLst/>
              </a:rPr>
              <a:t>. Duis </a:t>
            </a:r>
            <a:r>
              <a:rPr lang="en-US" sz="1200" b="0" i="0" dirty="0" err="1">
                <a:effectLst/>
              </a:rPr>
              <a:t>leo</a:t>
            </a:r>
            <a:r>
              <a:rPr lang="en-US" sz="1200" b="0" i="0" dirty="0">
                <a:effectLst/>
              </a:rPr>
              <a:t>. Sed </a:t>
            </a:r>
            <a:r>
              <a:rPr lang="en-US" sz="1200" b="0" i="0" dirty="0" err="1">
                <a:effectLst/>
              </a:rPr>
              <a:t>fringilla</a:t>
            </a:r>
            <a:r>
              <a:rPr lang="en-US" sz="1200" b="0" i="0" dirty="0">
                <a:effectLst/>
              </a:rPr>
              <a:t> um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nibh</a:t>
            </a:r>
            <a:r>
              <a:rPr lang="en-US" sz="1200" b="0" i="0" dirty="0">
                <a:effectLst/>
              </a:rPr>
              <a:t>. Donec </a:t>
            </a:r>
            <a:r>
              <a:rPr lang="en-US" sz="1200" b="0" i="0" dirty="0" err="1">
                <a:effectLst/>
              </a:rPr>
              <a:t>sodales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sagittis</a:t>
            </a:r>
            <a:r>
              <a:rPr lang="en-US" sz="1200" b="0" i="0" dirty="0">
                <a:effectLst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67C00E-9D9A-EB9D-A475-3322AAF090BF}"/>
              </a:ext>
            </a:extLst>
          </p:cNvPr>
          <p:cNvSpPr txBox="1"/>
          <p:nvPr/>
        </p:nvSpPr>
        <p:spPr>
          <a:xfrm>
            <a:off x="8941593" y="1445986"/>
            <a:ext cx="22479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Karla Medium" panose="020B0004030503030003" pitchFamily="34" charset="0"/>
              </a:rPr>
              <a:t>Legal challenges in AI implementation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33B7C3-7DA7-96F9-45FF-F3F570187ED8}"/>
              </a:ext>
            </a:extLst>
          </p:cNvPr>
          <p:cNvSpPr txBox="1"/>
          <p:nvPr/>
        </p:nvSpPr>
        <p:spPr>
          <a:xfrm>
            <a:off x="8966200" y="2192440"/>
            <a:ext cx="3829050" cy="88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Etiam</a:t>
            </a:r>
            <a:r>
              <a:rPr lang="en-US" sz="1200" b="0" i="0" dirty="0">
                <a:effectLst/>
              </a:rPr>
              <a:t> sit </a:t>
            </a: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orci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eget</a:t>
            </a:r>
            <a:r>
              <a:rPr lang="en-US" sz="1200" b="0" i="0" dirty="0">
                <a:effectLst/>
              </a:rPr>
              <a:t> eros </a:t>
            </a:r>
            <a:r>
              <a:rPr lang="en-US" sz="1200" b="0" i="0" dirty="0" err="1">
                <a:effectLst/>
              </a:rPr>
              <a:t>faucibus</a:t>
            </a:r>
            <a:r>
              <a:rPr lang="en-US" sz="1200" b="0" i="0" dirty="0">
                <a:effectLst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tincidunt</a:t>
            </a:r>
            <a:r>
              <a:rPr lang="en-US" sz="1200" b="0" i="0" dirty="0">
                <a:effectLst/>
              </a:rPr>
              <a:t>. Duis </a:t>
            </a:r>
            <a:r>
              <a:rPr lang="en-US" sz="1200" b="0" i="0" dirty="0" err="1">
                <a:effectLst/>
              </a:rPr>
              <a:t>leo</a:t>
            </a:r>
            <a:r>
              <a:rPr lang="en-US" sz="1200" b="0" i="0" dirty="0">
                <a:effectLst/>
              </a:rPr>
              <a:t>. Sed </a:t>
            </a:r>
            <a:r>
              <a:rPr lang="en-US" sz="1200" b="0" i="0" dirty="0" err="1">
                <a:effectLst/>
              </a:rPr>
              <a:t>fringilla</a:t>
            </a:r>
            <a:r>
              <a:rPr lang="en-US" sz="1200" b="0" i="0" dirty="0">
                <a:effectLst/>
              </a:rPr>
              <a:t> um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amet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nibh</a:t>
            </a:r>
            <a:r>
              <a:rPr lang="en-US" sz="1200" b="0" i="0" dirty="0">
                <a:effectLst/>
              </a:rPr>
              <a:t>. Donec </a:t>
            </a:r>
            <a:r>
              <a:rPr lang="en-US" sz="1200" b="0" i="0" dirty="0" err="1">
                <a:effectLst/>
              </a:rPr>
              <a:t>sodales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sagittis</a:t>
            </a:r>
            <a:r>
              <a:rPr lang="en-US" sz="1200" b="0" i="0" dirty="0">
                <a:effectLst/>
              </a:rPr>
              <a:t> 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3607BB36-B47B-5A76-9D15-B16B528766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3842" y="1562100"/>
            <a:ext cx="863601" cy="86360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7126649-8B26-9556-C38E-98DF50F24C57}"/>
              </a:ext>
            </a:extLst>
          </p:cNvPr>
          <p:cNvSpPr txBox="1"/>
          <p:nvPr/>
        </p:nvSpPr>
        <p:spPr>
          <a:xfrm>
            <a:off x="10385425" y="5767531"/>
            <a:ext cx="1666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Karla Medium" panose="020B0004030503030003" pitchFamily="34" charset="0"/>
              </a:rPr>
              <a:t>Hands-on </a:t>
            </a:r>
            <a:r>
              <a:rPr lang="en-US" dirty="0" err="1">
                <a:latin typeface="Karla Medium" panose="020B0004030503030003" pitchFamily="34" charset="0"/>
              </a:rPr>
              <a:t>manufactu</a:t>
            </a:r>
            <a:endParaRPr lang="en-US" dirty="0">
              <a:latin typeface="Karla Medium" panose="020B000403050303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5176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5DD597-3D7C-F256-B03E-73988DC0669F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DA298D5-4FAA-9B43-03AB-B450F8F13BD0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1AED35-4D76-2F38-D6D9-2D382B7F47AD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1D1E229-D2BF-B401-A8E6-155AD70832CC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2EA31DD-D0EB-3B67-6E39-2729390651F4}"/>
              </a:ext>
            </a:extLst>
          </p:cNvPr>
          <p:cNvSpPr txBox="1"/>
          <p:nvPr/>
        </p:nvSpPr>
        <p:spPr>
          <a:xfrm>
            <a:off x="10900411" y="612118"/>
            <a:ext cx="543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Karla" panose="020B0004030503030003" pitchFamily="34" charset="0"/>
              </a:rPr>
              <a:t>Menu</a:t>
            </a:r>
            <a:endParaRPr lang="en-US" sz="1100" dirty="0">
              <a:solidFill>
                <a:schemeClr val="bg1"/>
              </a:solidFill>
              <a:latin typeface="Karla" panose="020B00040305030300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3BAEE7-A3B2-79DE-99B5-5EBB6C220C2C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Karla" panose="020B0004030503030003" pitchFamily="34" charset="0"/>
              </a:rPr>
              <a:t>Your Company</a:t>
            </a:r>
            <a:endParaRPr lang="en-US" sz="1100" dirty="0">
              <a:solidFill>
                <a:schemeClr val="bg1"/>
              </a:solidFill>
              <a:latin typeface="Karla" panose="020B00040305030300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43B2DC-3006-CAEC-1CD3-4E2A605E56E9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241EE8-1427-035E-B567-C0734725858F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26977D7-2488-5608-C985-550E365E1EA0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1E6F8B-1AC5-5B96-6B45-726AA56A4FAE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930BDE-84F9-7C2F-3EDE-9494E0BF0CF6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Karla" panose="020B0004030503030003" pitchFamily="34" charset="0"/>
              </a:rPr>
              <a:t>The Future</a:t>
            </a:r>
            <a:endParaRPr lang="en-US" sz="1100" dirty="0">
              <a:solidFill>
                <a:schemeClr val="bg1"/>
              </a:solidFill>
              <a:latin typeface="Karla" panose="020B00040305030300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821877-F928-D983-A967-988ECB0D1198}"/>
              </a:ext>
            </a:extLst>
          </p:cNvPr>
          <p:cNvSpPr txBox="1"/>
          <p:nvPr/>
        </p:nvSpPr>
        <p:spPr>
          <a:xfrm>
            <a:off x="533400" y="1317562"/>
            <a:ext cx="73914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+mj-lt"/>
              </a:rPr>
              <a:t>AI and Cybersecurity</a:t>
            </a:r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240DBFFA-A04C-E42C-9F43-A4B149238983}"/>
              </a:ext>
            </a:extLst>
          </p:cNvPr>
          <p:cNvSpPr txBox="1"/>
          <p:nvPr/>
        </p:nvSpPr>
        <p:spPr>
          <a:xfrm>
            <a:off x="7532780" y="4239035"/>
            <a:ext cx="39543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solidFill>
                  <a:schemeClr val="bg1"/>
                </a:solidFill>
                <a:latin typeface="Karla Medium" panose="020B0004030503030003" pitchFamily="34" charset="0"/>
              </a:rPr>
              <a:t>AI in cyber threat detection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Karla Medium" panose="020B0004030503030003" pitchFamily="34" charset="0"/>
              </a:rPr>
              <a:t>.</a:t>
            </a:r>
            <a:endParaRPr lang="en-US" sz="2000" dirty="0">
              <a:solidFill>
                <a:schemeClr val="bg1"/>
              </a:solidFill>
              <a:latin typeface="Karla Medium" panose="020B0004030503030003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77B0512-A2B2-DE6C-A0C4-1BEFEF5FD797}"/>
              </a:ext>
            </a:extLst>
          </p:cNvPr>
          <p:cNvCxnSpPr>
            <a:cxnSpLocks/>
          </p:cNvCxnSpPr>
          <p:nvPr/>
        </p:nvCxnSpPr>
        <p:spPr>
          <a:xfrm>
            <a:off x="7593739" y="4830374"/>
            <a:ext cx="4040778" cy="0"/>
          </a:xfrm>
          <a:prstGeom prst="line">
            <a:avLst/>
          </a:prstGeom>
          <a:ln w="3175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30">
            <a:extLst>
              <a:ext uri="{FF2B5EF4-FFF2-40B4-BE49-F238E27FC236}">
                <a16:creationId xmlns:a16="http://schemas.microsoft.com/office/drawing/2014/main" id="{A2151387-A635-F568-F68B-748F1C34DB8C}"/>
              </a:ext>
            </a:extLst>
          </p:cNvPr>
          <p:cNvSpPr txBox="1"/>
          <p:nvPr/>
        </p:nvSpPr>
        <p:spPr>
          <a:xfrm>
            <a:off x="7532780" y="5066352"/>
            <a:ext cx="3725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latin typeface="Karla Medium" panose="020B0004030503030003" pitchFamily="34" charset="0"/>
              </a:rPr>
              <a:t>AI in data protection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F4BA87-9C0E-48E8-47BC-762D99BB2E8B}"/>
              </a:ext>
            </a:extLst>
          </p:cNvPr>
          <p:cNvCxnSpPr>
            <a:cxnSpLocks/>
          </p:cNvCxnSpPr>
          <p:nvPr/>
        </p:nvCxnSpPr>
        <p:spPr>
          <a:xfrm>
            <a:off x="7593739" y="5657691"/>
            <a:ext cx="4040778" cy="0"/>
          </a:xfrm>
          <a:prstGeom prst="line">
            <a:avLst/>
          </a:prstGeom>
          <a:ln w="3175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5">
            <a:extLst>
              <a:ext uri="{FF2B5EF4-FFF2-40B4-BE49-F238E27FC236}">
                <a16:creationId xmlns:a16="http://schemas.microsoft.com/office/drawing/2014/main" id="{10EF02A3-3C26-181E-3C81-8EDEEFB86F6C}"/>
              </a:ext>
            </a:extLst>
          </p:cNvPr>
          <p:cNvSpPr txBox="1"/>
          <p:nvPr/>
        </p:nvSpPr>
        <p:spPr>
          <a:xfrm>
            <a:off x="7075579" y="5963335"/>
            <a:ext cx="40496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000" dirty="0">
                <a:solidFill>
                  <a:schemeClr val="bg1"/>
                </a:solidFill>
                <a:latin typeface="Karla Medium" panose="020B0004030503030003" pitchFamily="34" charset="0"/>
              </a:rPr>
              <a:t>Risks of AI in cybercrime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BD06290-5574-70B7-6BF1-345DEE0AABB3}"/>
              </a:ext>
            </a:extLst>
          </p:cNvPr>
          <p:cNvCxnSpPr>
            <a:cxnSpLocks/>
          </p:cNvCxnSpPr>
          <p:nvPr/>
        </p:nvCxnSpPr>
        <p:spPr>
          <a:xfrm>
            <a:off x="7593739" y="6554674"/>
            <a:ext cx="4040778" cy="0"/>
          </a:xfrm>
          <a:prstGeom prst="line">
            <a:avLst/>
          </a:prstGeom>
          <a:ln w="3175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4E6D295-6B19-2E3A-6958-E0773537304D}"/>
              </a:ext>
            </a:extLst>
          </p:cNvPr>
          <p:cNvGrpSpPr/>
          <p:nvPr/>
        </p:nvGrpSpPr>
        <p:grpSpPr>
          <a:xfrm>
            <a:off x="11357939" y="4369090"/>
            <a:ext cx="300660" cy="176718"/>
            <a:chOff x="2257662" y="3805349"/>
            <a:chExt cx="224393" cy="131890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E70D2D5-2F25-FE0F-18B1-C7E5B8D25629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50E27B8-0F99-1B98-4DB7-7BD537616C2E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3C6B643-BD10-84AA-D74F-2DF6EF93FB1F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A94D13D-EE48-B2F3-ED3F-50161BF8660D}"/>
              </a:ext>
            </a:extLst>
          </p:cNvPr>
          <p:cNvSpPr/>
          <p:nvPr/>
        </p:nvSpPr>
        <p:spPr>
          <a:xfrm>
            <a:off x="533400" y="6047601"/>
            <a:ext cx="872330" cy="288131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DEE760-F6CB-2DE9-11B8-507331EE208A}"/>
              </a:ext>
            </a:extLst>
          </p:cNvPr>
          <p:cNvSpPr txBox="1"/>
          <p:nvPr/>
        </p:nvSpPr>
        <p:spPr>
          <a:xfrm>
            <a:off x="588960" y="6049982"/>
            <a:ext cx="758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Karla" panose="020B0004030503030003" pitchFamily="34" charset="0"/>
              </a:rPr>
              <a:t>World AI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A06B3DE-B250-FD8B-5B88-C23D69EE4C1B}"/>
              </a:ext>
            </a:extLst>
          </p:cNvPr>
          <p:cNvSpPr/>
          <p:nvPr/>
        </p:nvSpPr>
        <p:spPr>
          <a:xfrm>
            <a:off x="1625600" y="6047601"/>
            <a:ext cx="872330" cy="2881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26E56C2-30E4-744F-1C9C-D008C39473A1}"/>
              </a:ext>
            </a:extLst>
          </p:cNvPr>
          <p:cNvSpPr txBox="1"/>
          <p:nvPr/>
        </p:nvSpPr>
        <p:spPr>
          <a:xfrm>
            <a:off x="1640678" y="6047601"/>
            <a:ext cx="881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Karla" panose="020B0004030503030003" pitchFamily="34" charset="0"/>
              </a:rPr>
              <a:t>Company</a:t>
            </a:r>
            <a:endParaRPr lang="en-US" sz="1200" dirty="0">
              <a:solidFill>
                <a:schemeClr val="bg1"/>
              </a:solidFill>
              <a:latin typeface="Karla" panose="020B0004030503030003" pitchFamily="34" charset="0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59C5901-1853-2F15-723E-408F83879B69}"/>
              </a:ext>
            </a:extLst>
          </p:cNvPr>
          <p:cNvGrpSpPr/>
          <p:nvPr/>
        </p:nvGrpSpPr>
        <p:grpSpPr>
          <a:xfrm>
            <a:off x="11357939" y="5191127"/>
            <a:ext cx="300660" cy="176718"/>
            <a:chOff x="2257662" y="3805349"/>
            <a:chExt cx="224393" cy="131890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34FE06B-F0CD-A056-73A6-12992D81AD9D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C820AD2-6DB0-3446-2FC2-11C7727E4E33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1A947B6-972C-46D6-B2F7-3BF8628127E6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D9ED5EA-8FEA-0BB8-B52C-F56C7FA0E81B}"/>
              </a:ext>
            </a:extLst>
          </p:cNvPr>
          <p:cNvGrpSpPr/>
          <p:nvPr/>
        </p:nvGrpSpPr>
        <p:grpSpPr>
          <a:xfrm>
            <a:off x="11357939" y="6059345"/>
            <a:ext cx="300660" cy="176718"/>
            <a:chOff x="2257662" y="3805349"/>
            <a:chExt cx="224393" cy="131890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F52484E1-A745-CBE6-9C97-E56224C36969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1249C76-D9D3-8F08-A7C8-6B43170034B8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22FE90A-AAD5-1D43-1F66-A2F888ACA7C9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9114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6587994-575C-5F3E-E5E5-70CF50CFB6C3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85FC647-BD78-8BD3-363F-393AEAF152F8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AFFF77-F386-DE07-E151-5E75A8BDC05E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E798C2-BF3B-198B-D09A-D2350AD0451C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3855175-DE62-CE5C-5698-32896B3D5BC7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D42EA-7872-129E-A0C1-8DF727D879FA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2156BD-AF7F-D01A-596D-6CE7F6500363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03E256-13E5-86C3-AA00-EBB85962A1E8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3F8A658-30E3-7470-6890-4C319F0A035F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D44A58-2F06-C7A3-5585-5A25F1A1F0B9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43D4CB-5DD3-BCD5-4F47-CFC2D7228658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02E28A-4562-95D6-E03D-9BFF66642F19}"/>
              </a:ext>
            </a:extLst>
          </p:cNvPr>
          <p:cNvSpPr txBox="1"/>
          <p:nvPr/>
        </p:nvSpPr>
        <p:spPr>
          <a:xfrm>
            <a:off x="419100" y="132663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latin typeface="+mj-lt"/>
              </a:rPr>
              <a:t>AI and Creativity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A83AEE-0454-2E6A-F248-83A3315A221D}"/>
              </a:ext>
            </a:extLst>
          </p:cNvPr>
          <p:cNvSpPr txBox="1"/>
          <p:nvPr/>
        </p:nvSpPr>
        <p:spPr>
          <a:xfrm>
            <a:off x="459798" y="4479644"/>
            <a:ext cx="15525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Karla Medium" panose="020B0004030503030003" pitchFamily="34" charset="0"/>
              </a:rPr>
              <a:t>AI in art and design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B7E348-A1ED-CF7C-843F-0317949D23BF}"/>
              </a:ext>
            </a:extLst>
          </p:cNvPr>
          <p:cNvSpPr txBox="1"/>
          <p:nvPr/>
        </p:nvSpPr>
        <p:spPr>
          <a:xfrm>
            <a:off x="450273" y="5236921"/>
            <a:ext cx="3444240" cy="117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nisi vel. </a:t>
            </a:r>
            <a:r>
              <a:rPr lang="en-US" sz="1200" b="0" i="0" dirty="0" err="1">
                <a:effectLst/>
              </a:rPr>
              <a:t>Cullamcorperultriciesnisi.Etiam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Maecenas , </a:t>
            </a:r>
            <a:r>
              <a:rPr lang="en-US" sz="1200" b="0" i="0" dirty="0" err="1">
                <a:effectLst/>
              </a:rPr>
              <a:t>telluseget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condimentumrh</a:t>
            </a:r>
            <a:r>
              <a:rPr lang="en-US" sz="1200" b="0" i="0" dirty="0">
                <a:effectLst/>
              </a:rPr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62CB3C-AA79-DC95-2D38-D2ED320324EE}"/>
              </a:ext>
            </a:extLst>
          </p:cNvPr>
          <p:cNvSpPr txBox="1"/>
          <p:nvPr/>
        </p:nvSpPr>
        <p:spPr>
          <a:xfrm>
            <a:off x="4191289" y="4479644"/>
            <a:ext cx="155257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Karla Medium" panose="020B0004030503030003" pitchFamily="34" charset="0"/>
              </a:rPr>
              <a:t>AI in writing and music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3CA022-8532-4600-D54A-E154DA562A87}"/>
              </a:ext>
            </a:extLst>
          </p:cNvPr>
          <p:cNvSpPr txBox="1"/>
          <p:nvPr/>
        </p:nvSpPr>
        <p:spPr>
          <a:xfrm>
            <a:off x="4181764" y="5236921"/>
            <a:ext cx="3444240" cy="117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nisi vel. </a:t>
            </a:r>
            <a:r>
              <a:rPr lang="en-US" sz="1200" b="0" i="0" dirty="0" err="1">
                <a:effectLst/>
              </a:rPr>
              <a:t>Cullamcorperultriciesnisi.Etiam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Maecenas , </a:t>
            </a:r>
            <a:r>
              <a:rPr lang="en-US" sz="1200" b="0" i="0" dirty="0" err="1">
                <a:effectLst/>
              </a:rPr>
              <a:t>telluseget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condimentumrh</a:t>
            </a:r>
            <a:r>
              <a:rPr lang="en-US" sz="1200" b="0" i="0" dirty="0">
                <a:effectLst/>
              </a:rPr>
              <a:t>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BD8534-28FD-DDB6-4F28-F81AA26FC190}"/>
              </a:ext>
            </a:extLst>
          </p:cNvPr>
          <p:cNvSpPr txBox="1"/>
          <p:nvPr/>
        </p:nvSpPr>
        <p:spPr>
          <a:xfrm>
            <a:off x="7747289" y="4479644"/>
            <a:ext cx="327631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500" dirty="0">
                <a:latin typeface="Karla Medium" panose="020B0004030503030003" pitchFamily="34" charset="0"/>
              </a:rPr>
              <a:t>AI in film and animation production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29C91D-9AC6-44E7-648F-399823CEE751}"/>
              </a:ext>
            </a:extLst>
          </p:cNvPr>
          <p:cNvSpPr txBox="1"/>
          <p:nvPr/>
        </p:nvSpPr>
        <p:spPr>
          <a:xfrm>
            <a:off x="7737764" y="5236921"/>
            <a:ext cx="3444240" cy="117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effectLst/>
              </a:rPr>
              <a:t>Aenean </a:t>
            </a:r>
            <a:r>
              <a:rPr lang="en-US" sz="1200" b="0" i="0" dirty="0" err="1">
                <a:effectLst/>
              </a:rPr>
              <a:t>imperEtiam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ultricies</a:t>
            </a:r>
            <a:r>
              <a:rPr lang="en-US" sz="1200" b="0" i="0" dirty="0">
                <a:effectLst/>
              </a:rPr>
              <a:t> nisi vel. </a:t>
            </a:r>
            <a:r>
              <a:rPr lang="en-US" sz="1200" b="0" i="0" dirty="0" err="1">
                <a:effectLst/>
              </a:rPr>
              <a:t>Cullamcorperultriciesnisi.Etiam</a:t>
            </a:r>
            <a:r>
              <a:rPr lang="en-US" sz="1200" b="0" i="0" dirty="0">
                <a:effectLst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</a:rPr>
              <a:t>rhoncus</a:t>
            </a:r>
            <a:r>
              <a:rPr lang="en-US" sz="1200" b="0" i="0" dirty="0">
                <a:effectLst/>
              </a:rPr>
              <a:t>. Maecenas , </a:t>
            </a:r>
            <a:r>
              <a:rPr lang="en-US" sz="1200" b="0" i="0" dirty="0" err="1">
                <a:effectLst/>
              </a:rPr>
              <a:t>telluseget</a:t>
            </a:r>
            <a:r>
              <a:rPr lang="en-US" sz="1200" b="0" i="0" dirty="0">
                <a:effectLst/>
              </a:rPr>
              <a:t> </a:t>
            </a:r>
            <a:r>
              <a:rPr lang="en-US" sz="1200" b="0" i="0" dirty="0" err="1">
                <a:effectLst/>
              </a:rPr>
              <a:t>condimentumrh</a:t>
            </a:r>
            <a:r>
              <a:rPr lang="en-US" sz="1200" b="0" i="0" dirty="0">
                <a:effectLst/>
              </a:rPr>
              <a:t>.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F80F15B-3D12-B4FA-D574-298CB322D8FF}"/>
              </a:ext>
            </a:extLst>
          </p:cNvPr>
          <p:cNvSpPr/>
          <p:nvPr/>
        </p:nvSpPr>
        <p:spPr>
          <a:xfrm>
            <a:off x="9670259" y="1562100"/>
            <a:ext cx="872330" cy="28813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E2ADF6-387C-1308-B36D-D0269B72B7A9}"/>
              </a:ext>
            </a:extLst>
          </p:cNvPr>
          <p:cNvSpPr txBox="1"/>
          <p:nvPr/>
        </p:nvSpPr>
        <p:spPr>
          <a:xfrm>
            <a:off x="9725819" y="1564481"/>
            <a:ext cx="758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Karla" panose="020B0004030503030003" pitchFamily="34" charset="0"/>
              </a:rPr>
              <a:t>World AI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1F9E43F-2714-4BC6-E707-FFC8737D4E05}"/>
              </a:ext>
            </a:extLst>
          </p:cNvPr>
          <p:cNvSpPr/>
          <p:nvPr/>
        </p:nvSpPr>
        <p:spPr>
          <a:xfrm>
            <a:off x="10762459" y="1562100"/>
            <a:ext cx="872330" cy="2881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1515F0-23E5-3DBA-FCEE-E1FB4D547CEE}"/>
              </a:ext>
            </a:extLst>
          </p:cNvPr>
          <p:cNvSpPr txBox="1"/>
          <p:nvPr/>
        </p:nvSpPr>
        <p:spPr>
          <a:xfrm>
            <a:off x="10777537" y="1562100"/>
            <a:ext cx="881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Karla" panose="020B0004030503030003" pitchFamily="34" charset="0"/>
              </a:rPr>
              <a:t>Company</a:t>
            </a:r>
            <a:endParaRPr lang="en-US" sz="1200" dirty="0">
              <a:latin typeface="Karla" panose="020B0004030503030003" pitchFamily="34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9E738B7-0F71-DE4C-51F3-202E7F92EC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706285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A026865-2BC0-91F9-5768-2DDA2362DA75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6BF2462-1EC0-62E1-937E-45F123CF4E4F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081098-43C7-AD77-1E27-F6BBFA2B289F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BB5237F-A6B4-4F55-5796-B957F9C75A1A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D48A659-AF1F-6921-A48D-F4F56669C0B2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FA94E-839A-761C-5492-EAF7049E9D19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064B266-DF84-622B-4685-68C793FBE4C0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0C34276-79E8-BED2-493C-77A89AE704E2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A9D1268-9D77-1AB6-4606-08575A8FE748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3613406-1EB8-8350-D6F9-63F9F35751D6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84F4D4-2B1B-BA20-A3A3-341D84FE82B0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D60AD2-2428-E7A4-3ED3-403AA0CB7E38}"/>
              </a:ext>
            </a:extLst>
          </p:cNvPr>
          <p:cNvSpPr txBox="1"/>
          <p:nvPr/>
        </p:nvSpPr>
        <p:spPr>
          <a:xfrm>
            <a:off x="406400" y="1313934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7200" dirty="0">
                <a:latin typeface="+mj-lt"/>
              </a:rPr>
              <a:t>AI and Future Technology Advancements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60C09CF7-7B12-BB55-08E0-89754EC28CB0}"/>
              </a:ext>
            </a:extLst>
          </p:cNvPr>
          <p:cNvSpPr txBox="1"/>
          <p:nvPr/>
        </p:nvSpPr>
        <p:spPr>
          <a:xfrm>
            <a:off x="533400" y="5386018"/>
            <a:ext cx="26797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>
                <a:latin typeface="Karla Medium" panose="020B0004030503030003" pitchFamily="34" charset="0"/>
              </a:rPr>
              <a:t>AI in space exploration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B921D20-D321-CC2C-4A74-27E57EE0BCBC}"/>
              </a:ext>
            </a:extLst>
          </p:cNvPr>
          <p:cNvSpPr txBox="1"/>
          <p:nvPr/>
        </p:nvSpPr>
        <p:spPr>
          <a:xfrm>
            <a:off x="527005" y="5790602"/>
            <a:ext cx="3209925" cy="89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200" b="0" i="0">
                <a:effectLst/>
                <a:latin typeface="Verdana" panose="020B0604030504040204" pitchFamily="34" charset="0"/>
              </a:rPr>
              <a:t>Nulla consequat massa quis enim. </a:t>
            </a:r>
          </a:p>
          <a:p>
            <a:pPr>
              <a:lnSpc>
                <a:spcPct val="150000"/>
              </a:lnSpc>
            </a:pPr>
            <a:r>
              <a:rPr lang="en-US" sz="1200" b="0" i="0">
                <a:effectLst/>
                <a:latin typeface="Verdana" panose="020B0604030504040204" pitchFamily="34" charset="0"/>
              </a:rPr>
              <a:t>Donec loream ispum doolar. </a:t>
            </a:r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A40B0A6F-C279-300B-60B6-BA23ED36EC78}"/>
              </a:ext>
            </a:extLst>
          </p:cNvPr>
          <p:cNvSpPr txBox="1"/>
          <p:nvPr/>
        </p:nvSpPr>
        <p:spPr>
          <a:xfrm>
            <a:off x="7771265" y="4308240"/>
            <a:ext cx="6096000" cy="6152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200" b="0" i="0" dirty="0">
                <a:effectLst/>
                <a:latin typeface="Work Sans" pitchFamily="2" charset="0"/>
              </a:rPr>
              <a:t>Integer </a:t>
            </a:r>
            <a:r>
              <a:rPr lang="en-US" sz="1200" b="0" i="0" dirty="0" err="1">
                <a:effectLst/>
                <a:latin typeface="Work Sans" pitchFamily="2" charset="0"/>
              </a:rPr>
              <a:t>tincidunt</a:t>
            </a:r>
            <a:r>
              <a:rPr lang="en-US" sz="1200" b="0" i="0" dirty="0">
                <a:effectLst/>
                <a:latin typeface="Work Sans" pitchFamily="2" charset="0"/>
              </a:rPr>
              <a:t>. Cras </a:t>
            </a:r>
            <a:r>
              <a:rPr lang="en-US" sz="1200" b="0" i="0" dirty="0" err="1">
                <a:effectLst/>
                <a:latin typeface="Work Sans" pitchFamily="2" charset="0"/>
              </a:rPr>
              <a:t>dapibus</a:t>
            </a:r>
            <a:r>
              <a:rPr lang="en-US" sz="1200" b="0" i="0" dirty="0">
                <a:effectLst/>
                <a:latin typeface="Work Sans" pitchFamily="2" charset="0"/>
              </a:rPr>
              <a:t>. </a:t>
            </a:r>
            <a:r>
              <a:rPr lang="en-US" sz="1200" b="0" i="0" dirty="0" err="1">
                <a:effectLst/>
                <a:latin typeface="Work Sans" pitchFamily="2" charset="0"/>
              </a:rPr>
              <a:t>Vivamus</a:t>
            </a:r>
            <a:r>
              <a:rPr lang="en-US" sz="1200" b="0" i="0" dirty="0">
                <a:effectLst/>
                <a:latin typeface="Work Sans" pitchFamily="2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  <a:latin typeface="Work Sans" pitchFamily="2" charset="0"/>
              </a:rPr>
              <a:t>Aenean </a:t>
            </a:r>
            <a:r>
              <a:rPr lang="en-US" sz="1200" b="0" i="0" dirty="0" err="1">
                <a:effectLst/>
                <a:latin typeface="Work Sans" pitchFamily="2" charset="0"/>
              </a:rPr>
              <a:t>vulputate</a:t>
            </a:r>
            <a:r>
              <a:rPr lang="en-US" sz="1200" b="0" i="0" dirty="0">
                <a:effectLst/>
                <a:latin typeface="Work Sans" pitchFamily="2" charset="0"/>
              </a:rPr>
              <a:t>     </a:t>
            </a:r>
            <a:r>
              <a:rPr lang="en-US" sz="1200" b="0" i="0" dirty="0" err="1">
                <a:effectLst/>
                <a:latin typeface="Work Sans" pitchFamily="2" charset="0"/>
              </a:rPr>
              <a:t>eleifend</a:t>
            </a:r>
            <a:r>
              <a:rPr lang="en-US" sz="1200" b="0" i="0" dirty="0">
                <a:effectLst/>
                <a:latin typeface="Work Sans" pitchFamily="2" charset="0"/>
              </a:rPr>
              <a:t> </a:t>
            </a:r>
            <a:r>
              <a:rPr lang="en-US" sz="1200" b="0" i="0" dirty="0" err="1">
                <a:effectLst/>
                <a:latin typeface="Work Sans" pitchFamily="2" charset="0"/>
              </a:rPr>
              <a:t>tellus</a:t>
            </a:r>
            <a:r>
              <a:rPr lang="en-US" sz="1200" b="0" i="0" dirty="0">
                <a:effectLst/>
                <a:latin typeface="Work Sans" pitchFamily="2" charset="0"/>
              </a:rPr>
              <a:t>. </a:t>
            </a:r>
            <a:r>
              <a:rPr lang="en-US" sz="1200" b="0" i="0" dirty="0" err="1">
                <a:effectLst/>
                <a:latin typeface="Work Sans" pitchFamily="2" charset="0"/>
              </a:rPr>
              <a:t>Aenea</a:t>
            </a:r>
            <a:r>
              <a:rPr lang="en-US" sz="1200" b="0" i="0" dirty="0">
                <a:effectLst/>
                <a:latin typeface="Work Sans" pitchFamily="2" charset="0"/>
              </a:rPr>
              <a:t>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1BC0DF0-0C45-9835-48CD-907C9514CAF3}"/>
              </a:ext>
            </a:extLst>
          </p:cNvPr>
          <p:cNvSpPr txBox="1"/>
          <p:nvPr/>
        </p:nvSpPr>
        <p:spPr>
          <a:xfrm>
            <a:off x="7771265" y="5423930"/>
            <a:ext cx="6096000" cy="8922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200" b="0" i="0" dirty="0" err="1">
                <a:effectLst/>
                <a:latin typeface="Work Sans" pitchFamily="2" charset="0"/>
              </a:rPr>
              <a:t>venenatis</a:t>
            </a:r>
            <a:r>
              <a:rPr lang="en-US" sz="1200" b="0" i="0" dirty="0">
                <a:effectLst/>
                <a:latin typeface="Work Sans" pitchFamily="2" charset="0"/>
              </a:rPr>
              <a:t> vitae, </a:t>
            </a:r>
            <a:r>
              <a:rPr lang="en-US" sz="1200" b="0" i="0" dirty="0" err="1">
                <a:effectLst/>
                <a:latin typeface="Work Sans" pitchFamily="2" charset="0"/>
              </a:rPr>
              <a:t>justo</a:t>
            </a:r>
            <a:r>
              <a:rPr lang="en-US" sz="1200" b="0" i="0" dirty="0">
                <a:effectLst/>
                <a:latin typeface="Work Sans" pitchFamily="2" charset="0"/>
              </a:rPr>
              <a:t>. </a:t>
            </a:r>
            <a:r>
              <a:rPr lang="en-US" sz="1200" b="0" i="0" dirty="0" err="1">
                <a:effectLst/>
                <a:latin typeface="Work Sans" pitchFamily="2" charset="0"/>
              </a:rPr>
              <a:t>Nullam</a:t>
            </a:r>
            <a:r>
              <a:rPr lang="en-US" sz="1200" b="0" i="0" dirty="0">
                <a:effectLst/>
                <a:latin typeface="Work Sans" pitchFamily="2" charset="0"/>
              </a:rPr>
              <a:t> dictum </a:t>
            </a:r>
            <a:r>
              <a:rPr lang="en-US" sz="1200" b="0" i="0" dirty="0" err="1">
                <a:effectLst/>
                <a:latin typeface="Work Sans" pitchFamily="2" charset="0"/>
              </a:rPr>
              <a:t>felis</a:t>
            </a:r>
            <a:r>
              <a:rPr lang="en-US" sz="1200" b="0" i="0" dirty="0">
                <a:effectLst/>
                <a:latin typeface="Work Sans" pitchFamily="2" charset="0"/>
              </a:rPr>
              <a:t> </a:t>
            </a:r>
            <a:r>
              <a:rPr lang="en-US" sz="1200" b="0" i="0" dirty="0" err="1">
                <a:effectLst/>
                <a:latin typeface="Work Sans" pitchFamily="2" charset="0"/>
              </a:rPr>
              <a:t>emollis</a:t>
            </a:r>
            <a:r>
              <a:rPr lang="en-US" sz="1200" b="0" i="0" dirty="0">
                <a:effectLst/>
                <a:latin typeface="Work Sans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  <a:latin typeface="Work Sans" pitchFamily="2" charset="0"/>
              </a:rPr>
              <a:t>Integer </a:t>
            </a:r>
            <a:r>
              <a:rPr lang="en-US" sz="1200" b="0" i="0" dirty="0" err="1">
                <a:effectLst/>
                <a:latin typeface="Work Sans" pitchFamily="2" charset="0"/>
              </a:rPr>
              <a:t>tincidunt</a:t>
            </a:r>
            <a:r>
              <a:rPr lang="en-US" sz="1200" b="0" i="0" dirty="0">
                <a:effectLst/>
                <a:latin typeface="Work Sans" pitchFamily="2" charset="0"/>
              </a:rPr>
              <a:t>. Cras </a:t>
            </a:r>
            <a:r>
              <a:rPr lang="en-US" sz="1200" b="0" i="0" dirty="0" err="1">
                <a:effectLst/>
                <a:latin typeface="Work Sans" pitchFamily="2" charset="0"/>
              </a:rPr>
              <a:t>dapibus</a:t>
            </a:r>
            <a:r>
              <a:rPr lang="en-US" sz="1200" b="0" i="0" dirty="0">
                <a:effectLst/>
                <a:latin typeface="Work Sans" pitchFamily="2" charset="0"/>
              </a:rPr>
              <a:t>. </a:t>
            </a:r>
            <a:r>
              <a:rPr lang="en-US" sz="1200" b="0" i="0" dirty="0" err="1">
                <a:effectLst/>
                <a:latin typeface="Work Sans" pitchFamily="2" charset="0"/>
              </a:rPr>
              <a:t>Vivamus</a:t>
            </a:r>
            <a:r>
              <a:rPr lang="en-US" sz="1200" b="0" i="0" dirty="0">
                <a:effectLst/>
                <a:latin typeface="Work Sans" pitchFamily="2" charset="0"/>
              </a:rPr>
              <a:t> elm se. </a:t>
            </a:r>
          </a:p>
          <a:p>
            <a:pPr>
              <a:lnSpc>
                <a:spcPct val="150000"/>
              </a:lnSpc>
            </a:pPr>
            <a:r>
              <a:rPr lang="en-US" sz="1200" b="0" i="0" dirty="0">
                <a:effectLst/>
                <a:latin typeface="Work Sans" pitchFamily="2" charset="0"/>
              </a:rPr>
              <a:t>Aenean </a:t>
            </a:r>
            <a:r>
              <a:rPr lang="en-US" sz="1200" b="0" i="0" dirty="0" err="1">
                <a:effectLst/>
                <a:latin typeface="Work Sans" pitchFamily="2" charset="0"/>
              </a:rPr>
              <a:t>vulputate</a:t>
            </a:r>
            <a:r>
              <a:rPr lang="en-US" sz="1200" b="0" i="0" dirty="0">
                <a:effectLst/>
                <a:latin typeface="Work Sans" pitchFamily="2" charset="0"/>
              </a:rPr>
              <a:t>     </a:t>
            </a:r>
            <a:r>
              <a:rPr lang="en-US" sz="1200" b="0" i="0" dirty="0" err="1">
                <a:effectLst/>
                <a:latin typeface="Work Sans" pitchFamily="2" charset="0"/>
              </a:rPr>
              <a:t>eleifend</a:t>
            </a:r>
            <a:r>
              <a:rPr lang="en-US" sz="1200" b="0" i="0" dirty="0">
                <a:effectLst/>
                <a:latin typeface="Work Sans" pitchFamily="2" charset="0"/>
              </a:rPr>
              <a:t> </a:t>
            </a:r>
            <a:r>
              <a:rPr lang="en-US" sz="1200" b="0" i="0" dirty="0" err="1">
                <a:effectLst/>
                <a:latin typeface="Work Sans" pitchFamily="2" charset="0"/>
              </a:rPr>
              <a:t>tellus</a:t>
            </a:r>
            <a:r>
              <a:rPr lang="en-US" sz="1200" b="0" i="0" dirty="0">
                <a:effectLst/>
                <a:latin typeface="Work Sans" pitchFamily="2" charset="0"/>
              </a:rPr>
              <a:t>. </a:t>
            </a:r>
            <a:r>
              <a:rPr lang="en-US" sz="1200" b="0" i="0" dirty="0" err="1">
                <a:effectLst/>
                <a:latin typeface="Work Sans" pitchFamily="2" charset="0"/>
              </a:rPr>
              <a:t>Aeneo</a:t>
            </a:r>
            <a:r>
              <a:rPr lang="en-US" sz="1200" b="0" i="0" dirty="0">
                <a:effectLst/>
                <a:latin typeface="Work Sans" pitchFamily="2" charset="0"/>
              </a:rPr>
              <a:t> ligula.</a:t>
            </a: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5E438894-C27C-C5CC-FA6F-A2C9360090B6}"/>
              </a:ext>
            </a:extLst>
          </p:cNvPr>
          <p:cNvSpPr txBox="1"/>
          <p:nvPr/>
        </p:nvSpPr>
        <p:spPr>
          <a:xfrm>
            <a:off x="7771264" y="3817567"/>
            <a:ext cx="335393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>
                <a:latin typeface="Karla Medium" panose="020B0004030503030003" pitchFamily="34" charset="0"/>
              </a:rPr>
              <a:t>AI and Quantum Computing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9FEF0DF-F3BE-1437-46DA-64F707C5D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5142" y="1562100"/>
            <a:ext cx="863601" cy="86360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209934C-AA3D-9E38-6CF4-1A92B38BD9AE}"/>
              </a:ext>
            </a:extLst>
          </p:cNvPr>
          <p:cNvGrpSpPr/>
          <p:nvPr/>
        </p:nvGrpSpPr>
        <p:grpSpPr>
          <a:xfrm>
            <a:off x="7835900" y="3244850"/>
            <a:ext cx="331579" cy="194891"/>
            <a:chOff x="2257662" y="3805349"/>
            <a:chExt cx="224393" cy="13189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83F3619-E6A2-E199-5D05-F7027E71DB7D}"/>
                </a:ext>
              </a:extLst>
            </p:cNvPr>
            <p:cNvSpPr/>
            <p:nvPr/>
          </p:nvSpPr>
          <p:spPr>
            <a:xfrm rot="10800000">
              <a:off x="2257662" y="3862671"/>
              <a:ext cx="194969" cy="6746"/>
            </a:xfrm>
            <a:custGeom>
              <a:avLst/>
              <a:gdLst>
                <a:gd name="connsiteX0" fmla="*/ 0 w 275272"/>
                <a:gd name="connsiteY0" fmla="*/ 0 h 9525"/>
                <a:gd name="connsiteX1" fmla="*/ 275273 w 27527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5272" h="9525">
                  <a:moveTo>
                    <a:pt x="0" y="0"/>
                  </a:moveTo>
                  <a:lnTo>
                    <a:pt x="275273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2DC060-DE87-4AC4-1108-B0724D85BE4B}"/>
                </a:ext>
              </a:extLst>
            </p:cNvPr>
            <p:cNvSpPr/>
            <p:nvPr/>
          </p:nvSpPr>
          <p:spPr>
            <a:xfrm rot="10800000">
              <a:off x="2430783" y="3886642"/>
              <a:ext cx="51272" cy="50597"/>
            </a:xfrm>
            <a:custGeom>
              <a:avLst/>
              <a:gdLst>
                <a:gd name="connsiteX0" fmla="*/ 0 w 72390"/>
                <a:gd name="connsiteY0" fmla="*/ 71438 h 71437"/>
                <a:gd name="connsiteX1" fmla="*/ 72390 w 72390"/>
                <a:gd name="connsiteY1" fmla="*/ 0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390" h="71437">
                  <a:moveTo>
                    <a:pt x="0" y="71438"/>
                  </a:moveTo>
                  <a:lnTo>
                    <a:pt x="7239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97FE3E-A5C6-7FD1-42AE-A503D1B70263}"/>
                </a:ext>
              </a:extLst>
            </p:cNvPr>
            <p:cNvSpPr/>
            <p:nvPr/>
          </p:nvSpPr>
          <p:spPr>
            <a:xfrm rot="10800000">
              <a:off x="2431458" y="3805349"/>
              <a:ext cx="50597" cy="51272"/>
            </a:xfrm>
            <a:custGeom>
              <a:avLst/>
              <a:gdLst>
                <a:gd name="connsiteX0" fmla="*/ 71438 w 71437"/>
                <a:gd name="connsiteY0" fmla="*/ 72390 h 72390"/>
                <a:gd name="connsiteX1" fmla="*/ 0 w 71437"/>
                <a:gd name="connsiteY1" fmla="*/ 0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1437" h="72390">
                  <a:moveTo>
                    <a:pt x="71438" y="72390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88897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94D4BD-9983-21DB-285F-913D3A6E79AA}"/>
              </a:ext>
            </a:extLst>
          </p:cNvPr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3A46D1-B2E8-B82D-FDCB-4DB996792129}"/>
              </a:ext>
            </a:extLst>
          </p:cNvPr>
          <p:cNvCxnSpPr/>
          <p:nvPr/>
        </p:nvCxnSpPr>
        <p:spPr>
          <a:xfrm>
            <a:off x="533400" y="959235"/>
            <a:ext cx="11125200" cy="0"/>
          </a:xfrm>
          <a:prstGeom prst="line">
            <a:avLst/>
          </a:prstGeom>
          <a:ln w="95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33C2F9-FAB6-5254-2FCF-3BBD8E2DD94F}"/>
              </a:ext>
            </a:extLst>
          </p:cNvPr>
          <p:cNvCxnSpPr>
            <a:cxnSpLocks/>
          </p:cNvCxnSpPr>
          <p:nvPr/>
        </p:nvCxnSpPr>
        <p:spPr>
          <a:xfrm>
            <a:off x="11501438" y="734651"/>
            <a:ext cx="157162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F7CB10-7E8A-E978-779B-BCEDCF81F89E}"/>
              </a:ext>
            </a:extLst>
          </p:cNvPr>
          <p:cNvCxnSpPr>
            <a:cxnSpLocks/>
          </p:cNvCxnSpPr>
          <p:nvPr/>
        </p:nvCxnSpPr>
        <p:spPr>
          <a:xfrm>
            <a:off x="11441906" y="772750"/>
            <a:ext cx="21669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9AED5D3-4E6A-D671-17C4-B31A61808C21}"/>
              </a:ext>
            </a:extLst>
          </p:cNvPr>
          <p:cNvSpPr txBox="1"/>
          <p:nvPr/>
        </p:nvSpPr>
        <p:spPr>
          <a:xfrm>
            <a:off x="10900411" y="612118"/>
            <a:ext cx="7581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Menu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953BD-47D3-FA05-B31B-7CF9D64991AB}"/>
              </a:ext>
            </a:extLst>
          </p:cNvPr>
          <p:cNvSpPr txBox="1"/>
          <p:nvPr/>
        </p:nvSpPr>
        <p:spPr>
          <a:xfrm>
            <a:off x="6373654" y="612118"/>
            <a:ext cx="1265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Your Company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0277D5-2EF2-08C1-F15E-7554527CF62C}"/>
              </a:ext>
            </a:extLst>
          </p:cNvPr>
          <p:cNvSpPr/>
          <p:nvPr/>
        </p:nvSpPr>
        <p:spPr>
          <a:xfrm>
            <a:off x="6188869" y="658792"/>
            <a:ext cx="176212" cy="176212"/>
          </a:xfrm>
          <a:prstGeom prst="ellipse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BB7B5C-4FA9-C000-AB33-F9C33D26438D}"/>
              </a:ext>
            </a:extLst>
          </p:cNvPr>
          <p:cNvCxnSpPr>
            <a:cxnSpLocks/>
          </p:cNvCxnSpPr>
          <p:nvPr/>
        </p:nvCxnSpPr>
        <p:spPr>
          <a:xfrm>
            <a:off x="5884070" y="763225"/>
            <a:ext cx="14287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40676E5-4AF9-E41F-DF2B-FCA2AC836425}"/>
              </a:ext>
            </a:extLst>
          </p:cNvPr>
          <p:cNvSpPr txBox="1"/>
          <p:nvPr/>
        </p:nvSpPr>
        <p:spPr>
          <a:xfrm>
            <a:off x="4927440" y="612118"/>
            <a:ext cx="1168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Karla" panose="020B0004030503030003" pitchFamily="34" charset="0"/>
              </a:rPr>
              <a:t>Technology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A38C76-55ED-33BB-1364-5E5D718F325F}"/>
              </a:ext>
            </a:extLst>
          </p:cNvPr>
          <p:cNvSpPr/>
          <p:nvPr/>
        </p:nvSpPr>
        <p:spPr>
          <a:xfrm>
            <a:off x="4742655" y="658792"/>
            <a:ext cx="176212" cy="17621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2D012-B342-2E1C-A49A-73A06B68CF79}"/>
              </a:ext>
            </a:extLst>
          </p:cNvPr>
          <p:cNvSpPr txBox="1"/>
          <p:nvPr/>
        </p:nvSpPr>
        <p:spPr>
          <a:xfrm>
            <a:off x="444137" y="612118"/>
            <a:ext cx="1089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latin typeface="Karla" panose="020B0004030503030003" pitchFamily="34" charset="0"/>
              </a:rPr>
              <a:t>The Future</a:t>
            </a:r>
            <a:endParaRPr lang="en-US" sz="1100" dirty="0">
              <a:latin typeface="Karla" panose="020B0004030503030003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59D509C-7E48-802A-0D37-8F4122220F7B}"/>
              </a:ext>
            </a:extLst>
          </p:cNvPr>
          <p:cNvSpPr txBox="1"/>
          <p:nvPr/>
        </p:nvSpPr>
        <p:spPr>
          <a:xfrm>
            <a:off x="533400" y="2025456"/>
            <a:ext cx="800417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dirty="0">
                <a:latin typeface="+mj-lt"/>
                <a:ea typeface="Inter Medium" panose="02000503000000020004" pitchFamily="2" charset="0"/>
              </a:rPr>
              <a:t>THANK YOU </a:t>
            </a:r>
          </a:p>
          <a:p>
            <a:r>
              <a:rPr lang="en-US" sz="8000" dirty="0">
                <a:latin typeface="+mj-lt"/>
                <a:ea typeface="Inter Medium" panose="02000503000000020004" pitchFamily="2" charset="0"/>
              </a:rPr>
              <a:t>FOR </a:t>
            </a:r>
            <a:r>
              <a:rPr lang="en-US" sz="8000" dirty="0">
                <a:latin typeface="+mj-lt"/>
                <a:ea typeface="Cormorant Garamond" pitchFamily="2" charset="0"/>
              </a:rPr>
              <a:t>YOUR FOCUS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E8A0ECB-A20A-4474-1425-12839E8EE395}"/>
              </a:ext>
            </a:extLst>
          </p:cNvPr>
          <p:cNvSpPr/>
          <p:nvPr/>
        </p:nvSpPr>
        <p:spPr>
          <a:xfrm>
            <a:off x="9670259" y="1562100"/>
            <a:ext cx="872330" cy="28813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DB09F1-821E-4202-F996-07A92F3197E7}"/>
              </a:ext>
            </a:extLst>
          </p:cNvPr>
          <p:cNvSpPr txBox="1"/>
          <p:nvPr/>
        </p:nvSpPr>
        <p:spPr>
          <a:xfrm>
            <a:off x="9725819" y="1564481"/>
            <a:ext cx="758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Karla" panose="020B0004030503030003" pitchFamily="34" charset="0"/>
              </a:rPr>
              <a:t>World AI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24B5029-34AC-5995-8201-D5745DE0D7C7}"/>
              </a:ext>
            </a:extLst>
          </p:cNvPr>
          <p:cNvSpPr/>
          <p:nvPr/>
        </p:nvSpPr>
        <p:spPr>
          <a:xfrm>
            <a:off x="10762459" y="1562100"/>
            <a:ext cx="872330" cy="28813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8F19CF-33A0-4EA5-F0E4-AD256B30D125}"/>
              </a:ext>
            </a:extLst>
          </p:cNvPr>
          <p:cNvSpPr txBox="1"/>
          <p:nvPr/>
        </p:nvSpPr>
        <p:spPr>
          <a:xfrm>
            <a:off x="10777537" y="1562100"/>
            <a:ext cx="881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Karla" panose="020B0004030503030003" pitchFamily="34" charset="0"/>
              </a:rPr>
              <a:t>Company</a:t>
            </a:r>
            <a:endParaRPr lang="en-US" sz="1200" dirty="0">
              <a:latin typeface="Karla" panose="020B00040305030300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CC0FE7-2E1A-C354-6753-C67A97A0B331}"/>
              </a:ext>
            </a:extLst>
          </p:cNvPr>
          <p:cNvSpPr txBox="1"/>
          <p:nvPr/>
        </p:nvSpPr>
        <p:spPr>
          <a:xfrm>
            <a:off x="453233" y="5459088"/>
            <a:ext cx="77340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500" dirty="0">
                <a:latin typeface="Karla Medium" panose="020B0004030503030003" pitchFamily="34" charset="0"/>
              </a:rPr>
              <a:t>Phone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79C5B9-501C-C305-E50B-A9FC3427F13F}"/>
              </a:ext>
            </a:extLst>
          </p:cNvPr>
          <p:cNvSpPr txBox="1"/>
          <p:nvPr/>
        </p:nvSpPr>
        <p:spPr>
          <a:xfrm>
            <a:off x="453233" y="5815223"/>
            <a:ext cx="1531591" cy="3382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200" dirty="0"/>
              <a:t>(</a:t>
            </a:r>
            <a:r>
              <a:rPr lang="en-US" sz="1200" dirty="0"/>
              <a:t>+1) 234 567 890</a:t>
            </a:r>
            <a:endParaRPr lang="en-US" sz="1200" b="0" i="0" dirty="0"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4FD2B6-E88E-A05D-E54D-A63588860C23}"/>
              </a:ext>
            </a:extLst>
          </p:cNvPr>
          <p:cNvSpPr txBox="1"/>
          <p:nvPr/>
        </p:nvSpPr>
        <p:spPr>
          <a:xfrm>
            <a:off x="453233" y="6038160"/>
            <a:ext cx="1575134" cy="3382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200" dirty="0"/>
              <a:t>(</a:t>
            </a:r>
            <a:r>
              <a:rPr lang="en-US" sz="1200" dirty="0"/>
              <a:t>+1) 284 568 891</a:t>
            </a:r>
            <a:endParaRPr lang="en-US" sz="1200" b="0" i="0" dirty="0">
              <a:effectLst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E7E722-F3D8-110F-124E-043D80804B66}"/>
              </a:ext>
            </a:extLst>
          </p:cNvPr>
          <p:cNvSpPr txBox="1"/>
          <p:nvPr/>
        </p:nvSpPr>
        <p:spPr>
          <a:xfrm>
            <a:off x="6044984" y="5372203"/>
            <a:ext cx="94961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500" dirty="0" err="1">
                <a:latin typeface="Karla Medium" panose="020B0004030503030003" pitchFamily="34" charset="0"/>
              </a:rPr>
              <a:t>Addres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DEC836-CE8E-83C3-2FC5-6F0212848393}"/>
              </a:ext>
            </a:extLst>
          </p:cNvPr>
          <p:cNvSpPr txBox="1"/>
          <p:nvPr/>
        </p:nvSpPr>
        <p:spPr>
          <a:xfrm>
            <a:off x="6044984" y="5784244"/>
            <a:ext cx="2300123" cy="6152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200" dirty="0">
                <a:ea typeface="Gowun Dodum" pitchFamily="2" charset="-127"/>
              </a:rPr>
              <a:t>123 M</a:t>
            </a:r>
            <a:r>
              <a:rPr lang="en-ID" sz="1200" dirty="0">
                <a:ea typeface="Gowun Dodum" pitchFamily="2" charset="-127"/>
              </a:rPr>
              <a:t>ain </a:t>
            </a:r>
            <a:r>
              <a:rPr lang="en-ID" sz="1200" dirty="0" err="1">
                <a:ea typeface="Gowun Dodum" pitchFamily="2" charset="-127"/>
              </a:rPr>
              <a:t>Street,Any</a:t>
            </a:r>
            <a:endParaRPr lang="en-ID" sz="1200" dirty="0">
              <a:ea typeface="Gowun Dodum" pitchFamily="2" charset="-127"/>
            </a:endParaRPr>
          </a:p>
          <a:p>
            <a:pPr>
              <a:lnSpc>
                <a:spcPct val="150000"/>
              </a:lnSpc>
            </a:pPr>
            <a:r>
              <a:rPr lang="en-ID" sz="1200" dirty="0">
                <a:ea typeface="Gowun Dodum" pitchFamily="2" charset="-127"/>
              </a:rPr>
              <a:t>City, State Country 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E9ADBC-00A1-A2C3-284A-5C7EB2E53CAB}"/>
              </a:ext>
            </a:extLst>
          </p:cNvPr>
          <p:cNvSpPr txBox="1"/>
          <p:nvPr/>
        </p:nvSpPr>
        <p:spPr>
          <a:xfrm>
            <a:off x="9070735" y="5459088"/>
            <a:ext cx="77340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500" dirty="0">
                <a:latin typeface="Karla Medium" panose="020B0004030503030003" pitchFamily="34" charset="0"/>
              </a:rPr>
              <a:t>Email</a:t>
            </a:r>
            <a:endParaRPr lang="en-US" sz="1500" dirty="0">
              <a:latin typeface="Karla Medium" panose="020B00040305030300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CE4FB8-ECD8-2B22-B00E-52A2E9CF561E}"/>
              </a:ext>
            </a:extLst>
          </p:cNvPr>
          <p:cNvSpPr txBox="1"/>
          <p:nvPr/>
        </p:nvSpPr>
        <p:spPr>
          <a:xfrm>
            <a:off x="9070735" y="5751723"/>
            <a:ext cx="2302115" cy="3399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200" b="0" i="0" dirty="0">
                <a:effectLst/>
              </a:rPr>
              <a:t>@Your company Email.com</a:t>
            </a:r>
            <a:endParaRPr lang="en-US" sz="1200" b="0" i="0" dirty="0">
              <a:effectLst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929B91-CA66-F668-B99D-F2C0A11B7F37}"/>
              </a:ext>
            </a:extLst>
          </p:cNvPr>
          <p:cNvSpPr txBox="1"/>
          <p:nvPr/>
        </p:nvSpPr>
        <p:spPr>
          <a:xfrm>
            <a:off x="9051685" y="6016150"/>
            <a:ext cx="2384665" cy="3399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1200" b="0" i="0" dirty="0">
                <a:effectLst/>
              </a:rPr>
              <a:t>@Your company Email.com</a:t>
            </a:r>
            <a:endParaRPr lang="en-US" sz="1200" b="0" i="0" dirty="0">
              <a:effectLst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34765AAD-2C86-76D2-CA40-FD7167E92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7342" y="5402943"/>
            <a:ext cx="404133" cy="40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802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">
      <a:majorFont>
        <a:latin typeface="Forum "/>
        <a:ea typeface=""/>
        <a:cs typeface=""/>
      </a:majorFont>
      <a:minorFont>
        <a:latin typeface="Karla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1406</Words>
  <Application>Microsoft Office PowerPoint</Application>
  <PresentationFormat>Widescreen</PresentationFormat>
  <Paragraphs>417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Forum </vt:lpstr>
      <vt:lpstr>Karla</vt:lpstr>
      <vt:lpstr>Karla </vt:lpstr>
      <vt:lpstr>Karla Medium</vt:lpstr>
      <vt:lpstr>Verdana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CIMAHI TECHNOPARK</dc:creator>
  <cp:lastModifiedBy>CIMAHI TECHNOPARK</cp:lastModifiedBy>
  <cp:revision>21</cp:revision>
  <dcterms:created xsi:type="dcterms:W3CDTF">2025-02-05T04:18:05Z</dcterms:created>
  <dcterms:modified xsi:type="dcterms:W3CDTF">2025-02-28T04:37:40Z</dcterms:modified>
</cp:coreProperties>
</file>