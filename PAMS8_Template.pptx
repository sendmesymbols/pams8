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48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0E8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475488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914" cy="475488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7344" y="201168"/>
            <a:ext cx="475488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42832" y="201168"/>
            <a:ext cx="914" cy="475488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942332"/>
            <a:ext cx="475488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4466844"/>
            <a:ext cx="914" cy="475488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67344" y="4942332"/>
            <a:ext cx="475488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4466844"/>
            <a:ext cx="914" cy="475488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016813"/>
            <a:ext cx="3108960" cy="3108960"/>
          </a:xfrm>
          <a:prstGeom prst="ellipse">
            <a:avLst/>
          </a:prstGeom>
          <a:ln w="19050">
            <a:solidFill>
              <a:srgbClr val="263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7682" y="672998"/>
            <a:ext cx="3668573" cy="3668573"/>
          </a:xfrm>
          <a:prstGeom prst="ellipse">
            <a:avLst/>
          </a:prstGeom>
          <a:ln w="12700">
            <a:solidFill>
              <a:srgbClr val="26331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852160" y="1885493"/>
            <a:ext cx="1371600" cy="1371600"/>
          </a:xfrm>
          <a:prstGeom prst="ellipse">
            <a:avLst/>
          </a:prstGeom>
          <a:ln w="12700">
            <a:solidFill>
              <a:srgbClr val="263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  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1051560"/>
            <a:ext cx="237744" cy="91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051560"/>
            <a:ext cx="914" cy="23774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41264" y="1051560"/>
            <a:ext cx="237744" cy="91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9008" y="1051560"/>
            <a:ext cx="914" cy="23774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880360"/>
            <a:ext cx="237744" cy="91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642616"/>
            <a:ext cx="914" cy="23774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2880360"/>
            <a:ext cx="237744" cy="91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79008" y="2642616"/>
            <a:ext cx="914" cy="23774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12984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5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22960" y="18105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10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822960" y="30632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kern="0" spc="15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 ·  Organisation  ·  Date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" y="3977640"/>
            <a:ext cx="365760" cy="365760"/>
          </a:xfrm>
          <a:prstGeom prst="ellipse">
            <a:avLst/>
          </a:prstGeom>
          <a:ln w="19050">
            <a:solidFill>
              <a:srgbClr val="4A68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50" y="3880714"/>
            <a:ext cx="431597" cy="431597"/>
          </a:xfrm>
          <a:prstGeom prst="ellipse">
            <a:avLst/>
          </a:prstGeom>
          <a:ln w="12700">
            <a:solidFill>
              <a:srgbClr val="4A683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·  DISTRIBUTION STATEMENT  ·  REVISION 1.0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0E8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36576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914" cy="36576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7072" y="201168"/>
            <a:ext cx="36576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42832" y="201168"/>
            <a:ext cx="914" cy="36576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942332"/>
            <a:ext cx="36576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4576572"/>
            <a:ext cx="914" cy="36576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7072" y="4942332"/>
            <a:ext cx="36576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4576572"/>
            <a:ext cx="914" cy="36576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926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5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2628" y="457200"/>
            <a:ext cx="118872" cy="118872"/>
          </a:xfrm>
          <a:prstGeom prst="ellipse">
            <a:avLst/>
          </a:prstGeom>
          <a:solidFill>
            <a:srgbClr val="263318"/>
          </a:solidFill>
          <a:ln w="12700">
            <a:solidFill>
              <a:srgbClr val="2633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005840"/>
            <a:ext cx="2606040" cy="3383280"/>
          </a:xfrm>
          <a:prstGeom prst="rect">
            <a:avLst/>
          </a:prstGeom>
          <a:solidFill>
            <a:srgbClr val="C2DE9C">
              <a:alpha val="65000"/>
            </a:srgbClr>
          </a:solidFill>
          <a:ln w="9525">
            <a:solidFill>
              <a:srgbClr val="2633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00584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005840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5496" y="100584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0088" y="1005840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438912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4224528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25496" y="438912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90088" y="4224528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1152144"/>
            <a:ext cx="347472" cy="347472"/>
          </a:xfrm>
          <a:prstGeom prst="ellipse">
            <a:avLst/>
          </a:prstGeom>
          <a:ln w="15240">
            <a:solidFill>
              <a:srgbClr val="4A6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" y="1645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Alpha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30352" y="2157984"/>
            <a:ext cx="2313432" cy="914"/>
          </a:xfrm>
          <a:prstGeom prst="line">
            <a:avLst/>
          </a:prstGeom>
          <a:noFill/>
          <a:ln w="9525">
            <a:solidFill>
              <a:srgbClr val="4A6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24028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information and context for this critical element. Data-driven insights that reinforce the main argument and narrative.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1005840"/>
            <a:ext cx="2606040" cy="3383280"/>
          </a:xfrm>
          <a:prstGeom prst="rect">
            <a:avLst/>
          </a:prstGeom>
          <a:solidFill>
            <a:srgbClr val="C2DE9C">
              <a:alpha val="65000"/>
            </a:srgbClr>
          </a:solidFill>
          <a:ln w="9525">
            <a:solidFill>
              <a:srgbClr val="2633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100584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1005840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33288" y="100584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005840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438912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4224528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33288" y="438912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4224528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19856" y="1152144"/>
            <a:ext cx="347472" cy="347472"/>
          </a:xfrm>
          <a:prstGeom prst="ellipse">
            <a:avLst/>
          </a:prstGeom>
          <a:ln w="15240">
            <a:solidFill>
              <a:srgbClr val="4A68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9856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38144" y="1645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Bravo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438144" y="2157984"/>
            <a:ext cx="2313432" cy="914"/>
          </a:xfrm>
          <a:prstGeom prst="line">
            <a:avLst/>
          </a:prstGeom>
          <a:noFill/>
          <a:ln w="9525">
            <a:solidFill>
              <a:srgbClr val="4A68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38144" y="224028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 of the second major point. Include metrics and specific outcomes for maximum clarity and impact.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9632" y="1005840"/>
            <a:ext cx="2606040" cy="3383280"/>
          </a:xfrm>
          <a:prstGeom prst="rect">
            <a:avLst/>
          </a:prstGeom>
          <a:solidFill>
            <a:srgbClr val="C2DE9C">
              <a:alpha val="65000"/>
            </a:srgbClr>
          </a:solidFill>
          <a:ln w="9525">
            <a:solidFill>
              <a:srgbClr val="2633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9632" y="100584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99632" y="1005840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41080" y="100584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5672" y="1005840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9632" y="438912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99632" y="4224528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41080" y="4389120"/>
            <a:ext cx="164592" cy="914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4224528"/>
            <a:ext cx="914" cy="164592"/>
          </a:xfrm>
          <a:prstGeom prst="line">
            <a:avLst/>
          </a:prstGeom>
          <a:noFill/>
          <a:ln w="19050">
            <a:solidFill>
              <a:srgbClr val="2633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27648" y="1152144"/>
            <a:ext cx="347472" cy="347472"/>
          </a:xfrm>
          <a:prstGeom prst="ellipse">
            <a:avLst/>
          </a:prstGeom>
          <a:ln w="15240">
            <a:solidFill>
              <a:srgbClr val="4A68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7648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45936" y="1645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Charlie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345936" y="2157984"/>
            <a:ext cx="2313432" cy="914"/>
          </a:xfrm>
          <a:prstGeom prst="line">
            <a:avLst/>
          </a:prstGeom>
          <a:noFill/>
          <a:ln w="9525">
            <a:solidFill>
              <a:srgbClr val="4A68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5936" y="224028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and next steps. Final element for stakeholder consideration and executive decision support.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 ·  SECTION 02  ·  UNCLASSIFIED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0E8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36576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914" cy="36576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7072" y="201168"/>
            <a:ext cx="36576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42832" y="201168"/>
            <a:ext cx="914" cy="36576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942332"/>
            <a:ext cx="36576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4576572"/>
            <a:ext cx="914" cy="36576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7072" y="4942332"/>
            <a:ext cx="36576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4576572"/>
            <a:ext cx="914" cy="36576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926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5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&amp;  INSIGHTS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2628" y="457200"/>
            <a:ext cx="118872" cy="118872"/>
          </a:xfrm>
          <a:prstGeom prst="ellipse">
            <a:avLst/>
          </a:prstGeom>
          <a:solidFill>
            <a:srgbClr val="263318"/>
          </a:solidFill>
          <a:ln w="12700">
            <a:solidFill>
              <a:srgbClr val="263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" y="1280160"/>
            <a:ext cx="3017520" cy="3017520"/>
          </a:xfrm>
          <a:prstGeom prst="ellipse">
            <a:avLst/>
          </a:prstGeom>
          <a:ln w="19050">
            <a:solidFill>
              <a:srgbClr val="2633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6519" y="944575"/>
            <a:ext cx="3560674" cy="3560674"/>
          </a:xfrm>
          <a:prstGeom prst="ellipse">
            <a:avLst/>
          </a:prstGeom>
          <a:ln w="12700">
            <a:solidFill>
              <a:srgbClr val="26331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389888" y="1965960"/>
            <a:ext cx="1645920" cy="1645920"/>
          </a:xfrm>
          <a:prstGeom prst="ellipse">
            <a:avLst/>
          </a:prstGeom>
          <a:ln w="12700">
            <a:solidFill>
              <a:srgbClr val="263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23500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08176" y="297180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97680" y="868680"/>
            <a:ext cx="914" cy="3794760"/>
          </a:xfrm>
          <a:prstGeom prst="line">
            <a:avLst/>
          </a:prstGeom>
          <a:noFill/>
          <a:ln w="9525">
            <a:solidFill>
              <a:srgbClr val="2633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960120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960120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1352" y="960120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960120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1920240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1764792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31352" y="1920240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0" y="1764792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1234440"/>
            <a:ext cx="347472" cy="347472"/>
          </a:xfrm>
          <a:prstGeom prst="ellipse">
            <a:avLst/>
          </a:prstGeom>
          <a:solidFill>
            <a:srgbClr val="263318"/>
          </a:solidFill>
          <a:ln w="12700">
            <a:solidFill>
              <a:srgbClr val="263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0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4064" y="1051560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— 47.2% improvement over the baseline period with a sustained growth trajectory confirmed by field data.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2176272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2176272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31352" y="2176272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2176272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3136392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2980944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31352" y="3136392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2980944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26864" y="2450592"/>
            <a:ext cx="347472" cy="347472"/>
          </a:xfrm>
          <a:prstGeom prst="ellipse">
            <a:avLst/>
          </a:prstGeom>
          <a:solidFill>
            <a:srgbClr val="263318"/>
          </a:solidFill>
          <a:ln w="12700">
            <a:solidFill>
              <a:srgbClr val="2633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6864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0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84064" y="2267712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 — Consistent 94% target achievement across all operational phases throughout the reporting window.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80560" y="3392424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3392424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31352" y="3392424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86800" y="3392424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4352544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197096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31352" y="4352544"/>
            <a:ext cx="155448" cy="914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4197096"/>
            <a:ext cx="914" cy="155448"/>
          </a:xfrm>
          <a:prstGeom prst="line">
            <a:avLst/>
          </a:prstGeom>
          <a:noFill/>
          <a:ln w="17780">
            <a:solidFill>
              <a:srgbClr val="2633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26864" y="3666744"/>
            <a:ext cx="347472" cy="347472"/>
          </a:xfrm>
          <a:prstGeom prst="ellipse">
            <a:avLst/>
          </a:prstGeom>
          <a:solidFill>
            <a:srgbClr val="263318"/>
          </a:solidFill>
          <a:ln w="12700">
            <a:solidFill>
              <a:srgbClr val="2633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2686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0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84064" y="3483864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Metric — Risk-adjusted performance index remains within acceptable parameters per governing standards.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 ·  SECTION 03  ·  UNCLASSIFIED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0E8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50292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914" cy="50292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9912" y="201168"/>
            <a:ext cx="50292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42832" y="201168"/>
            <a:ext cx="914" cy="50292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942332"/>
            <a:ext cx="50292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4439412"/>
            <a:ext cx="914" cy="50292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39912" y="4942332"/>
            <a:ext cx="50292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4439412"/>
            <a:ext cx="914" cy="50292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605333"/>
            <a:ext cx="3931920" cy="3931920"/>
          </a:xfrm>
          <a:prstGeom prst="ellipse">
            <a:avLst/>
          </a:prstGeom>
          <a:ln w="19050">
            <a:solidFill>
              <a:srgbClr val="263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257861"/>
            <a:ext cx="4480560" cy="4480560"/>
          </a:xfrm>
          <a:prstGeom prst="ellipse">
            <a:avLst/>
          </a:prstGeom>
          <a:ln w="12700">
            <a:solidFill>
              <a:srgbClr val="26331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29000" y="1428293"/>
            <a:ext cx="2286000" cy="2286000"/>
          </a:xfrm>
          <a:prstGeom prst="ellipse">
            <a:avLst/>
          </a:prstGeom>
          <a:ln w="12700">
            <a:solidFill>
              <a:srgbClr val="263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912925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8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743200" y="266273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5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560320" y="3193085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section's scope and objectives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908" y="406908"/>
            <a:ext cx="100584" cy="100584"/>
          </a:xfrm>
          <a:prstGeom prst="ellipse">
            <a:avLst/>
          </a:prstGeom>
          <a:solidFill>
            <a:srgbClr val="4A6830"/>
          </a:solidFill>
          <a:ln w="12700">
            <a:solidFill>
              <a:srgbClr val="4A68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6508" y="406908"/>
            <a:ext cx="100584" cy="100584"/>
          </a:xfrm>
          <a:prstGeom prst="ellipse">
            <a:avLst/>
          </a:prstGeom>
          <a:solidFill>
            <a:srgbClr val="4A6830"/>
          </a:solidFill>
          <a:ln w="12700">
            <a:solidFill>
              <a:srgbClr val="4A68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" y="4636008"/>
            <a:ext cx="100584" cy="100584"/>
          </a:xfrm>
          <a:prstGeom prst="ellipse">
            <a:avLst/>
          </a:prstGeom>
          <a:solidFill>
            <a:srgbClr val="4A6830"/>
          </a:solidFill>
          <a:ln w="12700">
            <a:solidFill>
              <a:srgbClr val="4A68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36508" y="4636008"/>
            <a:ext cx="100584" cy="100584"/>
          </a:xfrm>
          <a:prstGeom prst="ellipse">
            <a:avLst/>
          </a:prstGeom>
          <a:solidFill>
            <a:srgbClr val="4A6830"/>
          </a:solidFill>
          <a:ln w="12700">
            <a:solidFill>
              <a:srgbClr val="4A6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 ·  SECTION 04  ·  UNCLASSIFIED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0E8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45720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914" cy="45720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201168"/>
            <a:ext cx="45720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42832" y="201168"/>
            <a:ext cx="914" cy="45720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942332"/>
            <a:ext cx="45720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4485132"/>
            <a:ext cx="914" cy="45720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5632" y="4942332"/>
            <a:ext cx="457200" cy="914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4485132"/>
            <a:ext cx="914" cy="457200"/>
          </a:xfrm>
          <a:prstGeom prst="line">
            <a:avLst/>
          </a:prstGeom>
          <a:noFill/>
          <a:ln w="25400">
            <a:solidFill>
              <a:srgbClr val="263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879653"/>
            <a:ext cx="3383280" cy="3383280"/>
          </a:xfrm>
          <a:prstGeom prst="ellipse">
            <a:avLst/>
          </a:prstGeom>
          <a:ln w="19050">
            <a:solidFill>
              <a:srgbClr val="263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93" y="511150"/>
            <a:ext cx="3992270" cy="3992270"/>
          </a:xfrm>
          <a:prstGeom prst="ellipse">
            <a:avLst/>
          </a:prstGeom>
          <a:ln w="12700">
            <a:solidFill>
              <a:srgbClr val="26331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554480" y="1794053"/>
            <a:ext cx="1554480" cy="1554480"/>
          </a:xfrm>
          <a:prstGeom prst="ellipse">
            <a:avLst/>
          </a:prstGeom>
          <a:ln w="12700">
            <a:solidFill>
              <a:srgbClr val="263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3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  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13258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8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4434840" y="2103120"/>
            <a:ext cx="4114800" cy="914"/>
          </a:xfrm>
          <a:prstGeom prst="line">
            <a:avLst/>
          </a:prstGeom>
          <a:noFill/>
          <a:ln w="9525">
            <a:solidFill>
              <a:srgbClr val="4A68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331720"/>
            <a:ext cx="201168" cy="91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331720"/>
            <a:ext cx="914" cy="201168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48472" y="2331720"/>
            <a:ext cx="201168" cy="91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2331720"/>
            <a:ext cx="914" cy="201168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3931920"/>
            <a:ext cx="201168" cy="91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730752"/>
            <a:ext cx="914" cy="201168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48472" y="3931920"/>
            <a:ext cx="201168" cy="914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3730752"/>
            <a:ext cx="914" cy="201168"/>
          </a:xfrm>
          <a:prstGeom prst="line">
            <a:avLst/>
          </a:prstGeom>
          <a:noFill/>
          <a:ln w="19050">
            <a:solidFill>
              <a:srgbClr val="4A6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51460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Surname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Title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email@organisation.com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+1 234 567 8900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11312" y="3977640"/>
            <a:ext cx="365760" cy="365760"/>
          </a:xfrm>
          <a:prstGeom prst="ellipse">
            <a:avLst/>
          </a:prstGeom>
          <a:ln w="19050">
            <a:solidFill>
              <a:srgbClr val="4A68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2402" y="3880714"/>
            <a:ext cx="431597" cy="431597"/>
          </a:xfrm>
          <a:prstGeom prst="ellipse">
            <a:avLst/>
          </a:prstGeom>
          <a:ln w="12700">
            <a:solidFill>
              <a:srgbClr val="4A683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4A6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 ·  CLOSING SLIDE  ·  UNCLASSIFIED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On-screen Show (16:9)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PAMS8 Template</dc:title>
  <dc:subject>PptxGenJS Presentation</dc:subject>
  <dc:creator>PptxGenJS</dc:creator>
  <cp:lastModifiedBy>Legion Five</cp:lastModifiedBy>
  <cp:revision>1</cp:revision>
  <dcterms:created xsi:type="dcterms:W3CDTF">2026-06-03T19:01:51Z</dcterms:created>
  <dcterms:modified xsi:type="dcterms:W3CDTF">2026-06-03T19:20:04Z</dcterms:modified>
</cp:coreProperties>
</file>